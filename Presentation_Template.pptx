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726" r:id="rId4"/>
  </p:sldMasterIdLst>
  <p:notesMasterIdLst>
    <p:notesMasterId r:id="rId22"/>
  </p:notesMasterIdLst>
  <p:handoutMasterIdLst>
    <p:handoutMasterId r:id="rId23"/>
  </p:handoutMasterIdLst>
  <p:sldIdLst>
    <p:sldId id="428" r:id="rId5"/>
    <p:sldId id="410" r:id="rId6"/>
    <p:sldId id="319" r:id="rId7"/>
    <p:sldId id="261" r:id="rId8"/>
    <p:sldId id="974" r:id="rId9"/>
    <p:sldId id="456" r:id="rId10"/>
    <p:sldId id="457" r:id="rId11"/>
    <p:sldId id="451" r:id="rId12"/>
    <p:sldId id="452" r:id="rId13"/>
    <p:sldId id="465" r:id="rId14"/>
    <p:sldId id="466" r:id="rId15"/>
    <p:sldId id="976" r:id="rId16"/>
    <p:sldId id="977" r:id="rId17"/>
    <p:sldId id="975" r:id="rId18"/>
    <p:sldId id="978" r:id="rId19"/>
    <p:sldId id="979" r:id="rId20"/>
    <p:sldId id="30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8F5"/>
    <a:srgbClr val="7AB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BF983-8823-6F49-8DBD-F9A318B879C2}" v="128" dt="2024-12-20T17:35:20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0"/>
    <p:restoredTop sz="79864" autoAdjust="0"/>
  </p:normalViewPr>
  <p:slideViewPr>
    <p:cSldViewPr snapToGrid="0">
      <p:cViewPr varScale="1">
        <p:scale>
          <a:sx n="96" d="100"/>
          <a:sy n="96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Xuan Trang" userId="f3c332be-9d36-4c2c-a25a-1b5a64c76b56" providerId="ADAL" clId="{275D169B-9A0F-1745-8772-4E82236A7863}"/>
    <pc:docChg chg="undo custSel addSld delSld modSld sldOrd">
      <pc:chgData name="Mai Xuan Trang" userId="f3c332be-9d36-4c2c-a25a-1b5a64c76b56" providerId="ADAL" clId="{275D169B-9A0F-1745-8772-4E82236A7863}" dt="2023-08-09T11:12:22.392" v="3398" actId="27918"/>
      <pc:docMkLst>
        <pc:docMk/>
      </pc:docMkLst>
      <pc:sldChg chg="modSp del mod">
        <pc:chgData name="Mai Xuan Trang" userId="f3c332be-9d36-4c2c-a25a-1b5a64c76b56" providerId="ADAL" clId="{275D169B-9A0F-1745-8772-4E82236A7863}" dt="2023-08-08T13:56:45.753" v="401" actId="2696"/>
        <pc:sldMkLst>
          <pc:docMk/>
          <pc:sldMk cId="1069869731" sldId="259"/>
        </pc:sldMkLst>
        <pc:spChg chg="mod">
          <ac:chgData name="Mai Xuan Trang" userId="f3c332be-9d36-4c2c-a25a-1b5a64c76b56" providerId="ADAL" clId="{275D169B-9A0F-1745-8772-4E82236A7863}" dt="2023-08-08T04:28:53.085" v="367" actId="20577"/>
          <ac:spMkLst>
            <pc:docMk/>
            <pc:sldMk cId="1069869731" sldId="259"/>
            <ac:spMk id="3" creationId="{00000000-0000-0000-0000-000000000000}"/>
          </ac:spMkLst>
        </pc:spChg>
      </pc:sldChg>
      <pc:sldChg chg="modSp mod">
        <pc:chgData name="Mai Xuan Trang" userId="f3c332be-9d36-4c2c-a25a-1b5a64c76b56" providerId="ADAL" clId="{275D169B-9A0F-1745-8772-4E82236A7863}" dt="2023-08-08T17:00:55.826" v="1706" actId="14100"/>
        <pc:sldMkLst>
          <pc:docMk/>
          <pc:sldMk cId="3243605612" sldId="261"/>
        </pc:sldMkLst>
        <pc:spChg chg="mod">
          <ac:chgData name="Mai Xuan Trang" userId="f3c332be-9d36-4c2c-a25a-1b5a64c76b56" providerId="ADAL" clId="{275D169B-9A0F-1745-8772-4E82236A7863}" dt="2023-08-08T04:24:29.849" v="24" actId="20577"/>
          <ac:spMkLst>
            <pc:docMk/>
            <pc:sldMk cId="3243605612" sldId="261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8T17:00:55.826" v="1706" actId="14100"/>
          <ac:spMkLst>
            <pc:docMk/>
            <pc:sldMk cId="3243605612" sldId="261"/>
            <ac:spMk id="6" creationId="{2F2930C1-F4E6-6146-9ACC-55842C1ACC97}"/>
          </ac:spMkLst>
        </pc:spChg>
      </pc:sldChg>
      <pc:sldChg chg="del">
        <pc:chgData name="Mai Xuan Trang" userId="f3c332be-9d36-4c2c-a25a-1b5a64c76b56" providerId="ADAL" clId="{275D169B-9A0F-1745-8772-4E82236A7863}" dt="2023-08-08T13:56:51.529" v="402" actId="2696"/>
        <pc:sldMkLst>
          <pc:docMk/>
          <pc:sldMk cId="1033960271" sldId="301"/>
        </pc:sldMkLst>
      </pc:sldChg>
      <pc:sldChg chg="modSp mod">
        <pc:chgData name="Mai Xuan Trang" userId="f3c332be-9d36-4c2c-a25a-1b5a64c76b56" providerId="ADAL" clId="{275D169B-9A0F-1745-8772-4E82236A7863}" dt="2023-08-08T17:29:12.533" v="1938" actId="1076"/>
        <pc:sldMkLst>
          <pc:docMk/>
          <pc:sldMk cId="1876972971" sldId="302"/>
        </pc:sldMkLst>
        <pc:spChg chg="mod">
          <ac:chgData name="Mai Xuan Trang" userId="f3c332be-9d36-4c2c-a25a-1b5a64c76b56" providerId="ADAL" clId="{275D169B-9A0F-1745-8772-4E82236A7863}" dt="2023-08-08T17:29:12.533" v="1938" actId="1076"/>
          <ac:spMkLst>
            <pc:docMk/>
            <pc:sldMk cId="1876972971" sldId="302"/>
            <ac:spMk id="2" creationId="{CB54D7BB-FEB7-B14F-B7BD-5CD92B600E99}"/>
          </ac:spMkLst>
        </pc:spChg>
      </pc:sldChg>
      <pc:sldChg chg="del">
        <pc:chgData name="Mai Xuan Trang" userId="f3c332be-9d36-4c2c-a25a-1b5a64c76b56" providerId="ADAL" clId="{275D169B-9A0F-1745-8772-4E82236A7863}" dt="2023-08-08T13:56:43.331" v="400" actId="2696"/>
        <pc:sldMkLst>
          <pc:docMk/>
          <pc:sldMk cId="1687616260" sldId="304"/>
        </pc:sldMkLst>
      </pc:sldChg>
      <pc:sldChg chg="del">
        <pc:chgData name="Mai Xuan Trang" userId="f3c332be-9d36-4c2c-a25a-1b5a64c76b56" providerId="ADAL" clId="{275D169B-9A0F-1745-8772-4E82236A7863}" dt="2023-08-08T16:55:52.585" v="1606" actId="2696"/>
        <pc:sldMkLst>
          <pc:docMk/>
          <pc:sldMk cId="3227132102" sldId="305"/>
        </pc:sldMkLst>
      </pc:sldChg>
      <pc:sldChg chg="modSp mod">
        <pc:chgData name="Mai Xuan Trang" userId="f3c332be-9d36-4c2c-a25a-1b5a64c76b56" providerId="ADAL" clId="{275D169B-9A0F-1745-8772-4E82236A7863}" dt="2023-08-08T04:29:45.607" v="396" actId="1035"/>
        <pc:sldMkLst>
          <pc:docMk/>
          <pc:sldMk cId="2995186404" sldId="410"/>
        </pc:sldMkLst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9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14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15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19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20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29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30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34" creationId="{00000000-0000-0000-0000-000000000000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36" creationId="{1F17E50E-B8A0-47F2-827B-5B58BC24DB8F}"/>
          </ac:spMkLst>
        </pc:spChg>
        <pc:spChg chg="mod">
          <ac:chgData name="Mai Xuan Trang" userId="f3c332be-9d36-4c2c-a25a-1b5a64c76b56" providerId="ADAL" clId="{275D169B-9A0F-1745-8772-4E82236A7863}" dt="2023-08-08T04:29:45.607" v="396" actId="1035"/>
          <ac:spMkLst>
            <pc:docMk/>
            <pc:sldMk cId="2995186404" sldId="410"/>
            <ac:spMk id="47" creationId="{B3B25E34-8ABE-4D0C-9A57-89485104BAD1}"/>
          </ac:spMkLst>
        </pc:spChg>
        <pc:grpChg chg="mod">
          <ac:chgData name="Mai Xuan Trang" userId="f3c332be-9d36-4c2c-a25a-1b5a64c76b56" providerId="ADAL" clId="{275D169B-9A0F-1745-8772-4E82236A7863}" dt="2023-08-08T04:29:45.607" v="396" actId="1035"/>
          <ac:grpSpMkLst>
            <pc:docMk/>
            <pc:sldMk cId="2995186404" sldId="410"/>
            <ac:grpSpMk id="8" creationId="{00000000-0000-0000-0000-000000000000}"/>
          </ac:grpSpMkLst>
        </pc:grpChg>
        <pc:grpChg chg="mod">
          <ac:chgData name="Mai Xuan Trang" userId="f3c332be-9d36-4c2c-a25a-1b5a64c76b56" providerId="ADAL" clId="{275D169B-9A0F-1745-8772-4E82236A7863}" dt="2023-08-08T04:29:45.607" v="396" actId="1035"/>
          <ac:grpSpMkLst>
            <pc:docMk/>
            <pc:sldMk cId="2995186404" sldId="410"/>
            <ac:grpSpMk id="11" creationId="{00000000-0000-0000-0000-000000000000}"/>
          </ac:grpSpMkLst>
        </pc:grpChg>
        <pc:grpChg chg="mod">
          <ac:chgData name="Mai Xuan Trang" userId="f3c332be-9d36-4c2c-a25a-1b5a64c76b56" providerId="ADAL" clId="{275D169B-9A0F-1745-8772-4E82236A7863}" dt="2023-08-08T04:29:45.607" v="396" actId="1035"/>
          <ac:grpSpMkLst>
            <pc:docMk/>
            <pc:sldMk cId="2995186404" sldId="410"/>
            <ac:grpSpMk id="16" creationId="{00000000-0000-0000-0000-000000000000}"/>
          </ac:grpSpMkLst>
        </pc:grpChg>
        <pc:grpChg chg="mod">
          <ac:chgData name="Mai Xuan Trang" userId="f3c332be-9d36-4c2c-a25a-1b5a64c76b56" providerId="ADAL" clId="{275D169B-9A0F-1745-8772-4E82236A7863}" dt="2023-08-08T04:29:45.607" v="396" actId="1035"/>
          <ac:grpSpMkLst>
            <pc:docMk/>
            <pc:sldMk cId="2995186404" sldId="410"/>
            <ac:grpSpMk id="26" creationId="{00000000-0000-0000-0000-000000000000}"/>
          </ac:grpSpMkLst>
        </pc:grpChg>
        <pc:grpChg chg="mod">
          <ac:chgData name="Mai Xuan Trang" userId="f3c332be-9d36-4c2c-a25a-1b5a64c76b56" providerId="ADAL" clId="{275D169B-9A0F-1745-8772-4E82236A7863}" dt="2023-08-08T04:29:45.607" v="396" actId="1035"/>
          <ac:grpSpMkLst>
            <pc:docMk/>
            <pc:sldMk cId="2995186404" sldId="410"/>
            <ac:grpSpMk id="31" creationId="{00000000-0000-0000-0000-000000000000}"/>
          </ac:grpSpMkLst>
        </pc:grpChg>
        <pc:cxnChg chg="mod">
          <ac:chgData name="Mai Xuan Trang" userId="f3c332be-9d36-4c2c-a25a-1b5a64c76b56" providerId="ADAL" clId="{275D169B-9A0F-1745-8772-4E82236A7863}" dt="2023-08-08T04:29:45.607" v="396" actId="1035"/>
          <ac:cxnSpMkLst>
            <pc:docMk/>
            <pc:sldMk cId="2995186404" sldId="410"/>
            <ac:cxnSpMk id="38" creationId="{00000000-0000-0000-0000-000000000000}"/>
          </ac:cxnSpMkLst>
        </pc:cxnChg>
        <pc:cxnChg chg="mod">
          <ac:chgData name="Mai Xuan Trang" userId="f3c332be-9d36-4c2c-a25a-1b5a64c76b56" providerId="ADAL" clId="{275D169B-9A0F-1745-8772-4E82236A7863}" dt="2023-08-08T04:29:45.607" v="396" actId="1035"/>
          <ac:cxnSpMkLst>
            <pc:docMk/>
            <pc:sldMk cId="2995186404" sldId="410"/>
            <ac:cxnSpMk id="39" creationId="{00000000-0000-0000-0000-000000000000}"/>
          </ac:cxnSpMkLst>
        </pc:cxnChg>
        <pc:cxnChg chg="mod">
          <ac:chgData name="Mai Xuan Trang" userId="f3c332be-9d36-4c2c-a25a-1b5a64c76b56" providerId="ADAL" clId="{275D169B-9A0F-1745-8772-4E82236A7863}" dt="2023-08-08T04:29:45.607" v="396" actId="1035"/>
          <ac:cxnSpMkLst>
            <pc:docMk/>
            <pc:sldMk cId="2995186404" sldId="410"/>
            <ac:cxnSpMk id="40" creationId="{00000000-0000-0000-0000-000000000000}"/>
          </ac:cxnSpMkLst>
        </pc:cxnChg>
        <pc:cxnChg chg="mod">
          <ac:chgData name="Mai Xuan Trang" userId="f3c332be-9d36-4c2c-a25a-1b5a64c76b56" providerId="ADAL" clId="{275D169B-9A0F-1745-8772-4E82236A7863}" dt="2023-08-08T04:29:45.607" v="396" actId="1035"/>
          <ac:cxnSpMkLst>
            <pc:docMk/>
            <pc:sldMk cId="2995186404" sldId="410"/>
            <ac:cxnSpMk id="41" creationId="{00000000-0000-0000-0000-000000000000}"/>
          </ac:cxnSpMkLst>
        </pc:cxnChg>
        <pc:cxnChg chg="mod">
          <ac:chgData name="Mai Xuan Trang" userId="f3c332be-9d36-4c2c-a25a-1b5a64c76b56" providerId="ADAL" clId="{275D169B-9A0F-1745-8772-4E82236A7863}" dt="2023-08-08T04:29:45.607" v="396" actId="1035"/>
          <ac:cxnSpMkLst>
            <pc:docMk/>
            <pc:sldMk cId="2995186404" sldId="410"/>
            <ac:cxnSpMk id="42" creationId="{00000000-0000-0000-0000-000000000000}"/>
          </ac:cxnSpMkLst>
        </pc:cxnChg>
      </pc:sldChg>
      <pc:sldChg chg="del">
        <pc:chgData name="Mai Xuan Trang" userId="f3c332be-9d36-4c2c-a25a-1b5a64c76b56" providerId="ADAL" clId="{275D169B-9A0F-1745-8772-4E82236A7863}" dt="2023-08-08T04:24:02.730" v="0" actId="2696"/>
        <pc:sldMkLst>
          <pc:docMk/>
          <pc:sldMk cId="2749469313" sldId="425"/>
        </pc:sldMkLst>
      </pc:sldChg>
      <pc:sldChg chg="del">
        <pc:chgData name="Mai Xuan Trang" userId="f3c332be-9d36-4c2c-a25a-1b5a64c76b56" providerId="ADAL" clId="{275D169B-9A0F-1745-8772-4E82236A7863}" dt="2023-08-08T04:24:05.070" v="1" actId="2696"/>
        <pc:sldMkLst>
          <pc:docMk/>
          <pc:sldMk cId="4027715601" sldId="427"/>
        </pc:sldMkLst>
      </pc:sldChg>
      <pc:sldChg chg="modSp mod">
        <pc:chgData name="Mai Xuan Trang" userId="f3c332be-9d36-4c2c-a25a-1b5a64c76b56" providerId="ADAL" clId="{275D169B-9A0F-1745-8772-4E82236A7863}" dt="2023-08-08T14:59:35.934" v="1363" actId="255"/>
        <pc:sldMkLst>
          <pc:docMk/>
          <pc:sldMk cId="456582672" sldId="428"/>
        </pc:sldMkLst>
        <pc:spChg chg="mod">
          <ac:chgData name="Mai Xuan Trang" userId="f3c332be-9d36-4c2c-a25a-1b5a64c76b56" providerId="ADAL" clId="{275D169B-9A0F-1745-8772-4E82236A7863}" dt="2023-08-08T14:59:23.003" v="1361" actId="2711"/>
          <ac:spMkLst>
            <pc:docMk/>
            <pc:sldMk cId="456582672" sldId="428"/>
            <ac:spMk id="2" creationId="{822EDCC7-833C-1B46-A9DB-AEC928BC083D}"/>
          </ac:spMkLst>
        </pc:spChg>
        <pc:spChg chg="mod">
          <ac:chgData name="Mai Xuan Trang" userId="f3c332be-9d36-4c2c-a25a-1b5a64c76b56" providerId="ADAL" clId="{275D169B-9A0F-1745-8772-4E82236A7863}" dt="2023-08-08T14:59:27.927" v="1362" actId="255"/>
          <ac:spMkLst>
            <pc:docMk/>
            <pc:sldMk cId="456582672" sldId="428"/>
            <ac:spMk id="6" creationId="{963662B6-1B3F-3D43-82B4-038976BF0367}"/>
          </ac:spMkLst>
        </pc:spChg>
        <pc:spChg chg="mod">
          <ac:chgData name="Mai Xuan Trang" userId="f3c332be-9d36-4c2c-a25a-1b5a64c76b56" providerId="ADAL" clId="{275D169B-9A0F-1745-8772-4E82236A7863}" dt="2023-08-08T14:59:35.934" v="1363" actId="255"/>
          <ac:spMkLst>
            <pc:docMk/>
            <pc:sldMk cId="456582672" sldId="428"/>
            <ac:spMk id="7" creationId="{A7D40D5D-1713-7B40-B380-62C8FA2F31C4}"/>
          </ac:spMkLst>
        </pc:spChg>
      </pc:sldChg>
      <pc:sldChg chg="modSp add del mod">
        <pc:chgData name="Mai Xuan Trang" userId="f3c332be-9d36-4c2c-a25a-1b5a64c76b56" providerId="ADAL" clId="{275D169B-9A0F-1745-8772-4E82236A7863}" dt="2023-08-08T17:27:11.772" v="1902" actId="2696"/>
        <pc:sldMkLst>
          <pc:docMk/>
          <pc:sldMk cId="932786414" sldId="429"/>
        </pc:sldMkLst>
        <pc:spChg chg="mod">
          <ac:chgData name="Mai Xuan Trang" userId="f3c332be-9d36-4c2c-a25a-1b5a64c76b56" providerId="ADAL" clId="{275D169B-9A0F-1745-8772-4E82236A7863}" dt="2023-08-08T13:54:13.285" v="399" actId="20577"/>
          <ac:spMkLst>
            <pc:docMk/>
            <pc:sldMk cId="932786414" sldId="429"/>
            <ac:spMk id="6" creationId="{2F2930C1-F4E6-6146-9ACC-55842C1ACC97}"/>
          </ac:spMkLst>
        </pc:spChg>
      </pc:sldChg>
      <pc:sldChg chg="modSp add mod">
        <pc:chgData name="Mai Xuan Trang" userId="f3c332be-9d36-4c2c-a25a-1b5a64c76b56" providerId="ADAL" clId="{275D169B-9A0F-1745-8772-4E82236A7863}" dt="2023-08-08T14:04:25.962" v="514" actId="20577"/>
        <pc:sldMkLst>
          <pc:docMk/>
          <pc:sldMk cId="2724904428" sldId="430"/>
        </pc:sldMkLst>
        <pc:spChg chg="mod">
          <ac:chgData name="Mai Xuan Trang" userId="f3c332be-9d36-4c2c-a25a-1b5a64c76b56" providerId="ADAL" clId="{275D169B-9A0F-1745-8772-4E82236A7863}" dt="2023-08-08T13:57:39.385" v="450" actId="20577"/>
          <ac:spMkLst>
            <pc:docMk/>
            <pc:sldMk cId="2724904428" sldId="430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8T14:04:25.962" v="514" actId="20577"/>
          <ac:spMkLst>
            <pc:docMk/>
            <pc:sldMk cId="2724904428" sldId="430"/>
            <ac:spMk id="6" creationId="{2F2930C1-F4E6-6146-9ACC-55842C1ACC97}"/>
          </ac:spMkLst>
        </pc:spChg>
      </pc:sldChg>
      <pc:sldChg chg="addSp modSp add mod">
        <pc:chgData name="Mai Xuan Trang" userId="f3c332be-9d36-4c2c-a25a-1b5a64c76b56" providerId="ADAL" clId="{275D169B-9A0F-1745-8772-4E82236A7863}" dt="2023-08-08T18:26:43.413" v="1960" actId="2711"/>
        <pc:sldMkLst>
          <pc:docMk/>
          <pc:sldMk cId="3576457325" sldId="431"/>
        </pc:sldMkLst>
        <pc:spChg chg="mod">
          <ac:chgData name="Mai Xuan Trang" userId="f3c332be-9d36-4c2c-a25a-1b5a64c76b56" providerId="ADAL" clId="{275D169B-9A0F-1745-8772-4E82236A7863}" dt="2023-08-08T14:08:30.768" v="592" actId="20577"/>
          <ac:spMkLst>
            <pc:docMk/>
            <pc:sldMk cId="3576457325" sldId="431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8T14:18:24.559" v="767" actId="1036"/>
          <ac:spMkLst>
            <pc:docMk/>
            <pc:sldMk cId="3576457325" sldId="431"/>
            <ac:spMk id="6" creationId="{2F2930C1-F4E6-6146-9ACC-55842C1ACC97}"/>
          </ac:spMkLst>
        </pc:spChg>
        <pc:graphicFrameChg chg="add mod modGraphic">
          <ac:chgData name="Mai Xuan Trang" userId="f3c332be-9d36-4c2c-a25a-1b5a64c76b56" providerId="ADAL" clId="{275D169B-9A0F-1745-8772-4E82236A7863}" dt="2023-08-08T18:26:43.413" v="1960" actId="2711"/>
          <ac:graphicFrameMkLst>
            <pc:docMk/>
            <pc:sldMk cId="3576457325" sldId="431"/>
            <ac:graphicFrameMk id="7" creationId="{9EE95132-3947-5544-8A4B-A1BDA3FB1E5B}"/>
          </ac:graphicFrameMkLst>
        </pc:graphicFrameChg>
      </pc:sldChg>
      <pc:sldChg chg="addSp delSp modSp add mod">
        <pc:chgData name="Mai Xuan Trang" userId="f3c332be-9d36-4c2c-a25a-1b5a64c76b56" providerId="ADAL" clId="{275D169B-9A0F-1745-8772-4E82236A7863}" dt="2023-08-08T18:27:15.949" v="1966"/>
        <pc:sldMkLst>
          <pc:docMk/>
          <pc:sldMk cId="166584026" sldId="432"/>
        </pc:sldMkLst>
        <pc:spChg chg="mod">
          <ac:chgData name="Mai Xuan Trang" userId="f3c332be-9d36-4c2c-a25a-1b5a64c76b56" providerId="ADAL" clId="{275D169B-9A0F-1745-8772-4E82236A7863}" dt="2023-08-08T18:27:02.292" v="1962"/>
          <ac:spMkLst>
            <pc:docMk/>
            <pc:sldMk cId="166584026" sldId="432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8T18:27:15.949" v="1966"/>
          <ac:spMkLst>
            <pc:docMk/>
            <pc:sldMk cId="166584026" sldId="432"/>
            <ac:spMk id="6" creationId="{2F2930C1-F4E6-6146-9ACC-55842C1ACC97}"/>
          </ac:spMkLst>
        </pc:spChg>
        <pc:graphicFrameChg chg="del">
          <ac:chgData name="Mai Xuan Trang" userId="f3c332be-9d36-4c2c-a25a-1b5a64c76b56" providerId="ADAL" clId="{275D169B-9A0F-1745-8772-4E82236A7863}" dt="2023-08-08T14:18:38.871" v="782" actId="478"/>
          <ac:graphicFrameMkLst>
            <pc:docMk/>
            <pc:sldMk cId="166584026" sldId="432"/>
            <ac:graphicFrameMk id="7" creationId="{9EE95132-3947-5544-8A4B-A1BDA3FB1E5B}"/>
          </ac:graphicFrameMkLst>
        </pc:graphicFrameChg>
        <pc:picChg chg="add mod">
          <ac:chgData name="Mai Xuan Trang" userId="f3c332be-9d36-4c2c-a25a-1b5a64c76b56" providerId="ADAL" clId="{275D169B-9A0F-1745-8772-4E82236A7863}" dt="2023-08-08T14:24:26.160" v="1152" actId="1035"/>
          <ac:picMkLst>
            <pc:docMk/>
            <pc:sldMk cId="166584026" sldId="432"/>
            <ac:picMk id="8" creationId="{519AA4C3-C13E-3443-BFC1-71EC09269FFE}"/>
          </ac:picMkLst>
        </pc:picChg>
      </pc:sldChg>
      <pc:sldChg chg="addSp delSp modSp add mod">
        <pc:chgData name="Mai Xuan Trang" userId="f3c332be-9d36-4c2c-a25a-1b5a64c76b56" providerId="ADAL" clId="{275D169B-9A0F-1745-8772-4E82236A7863}" dt="2023-08-08T16:10:34.179" v="1376" actId="255"/>
        <pc:sldMkLst>
          <pc:docMk/>
          <pc:sldMk cId="1543133241" sldId="433"/>
        </pc:sldMkLst>
        <pc:spChg chg="mod">
          <ac:chgData name="Mai Xuan Trang" userId="f3c332be-9d36-4c2c-a25a-1b5a64c76b56" providerId="ADAL" clId="{275D169B-9A0F-1745-8772-4E82236A7863}" dt="2023-08-08T14:29:39.199" v="1246" actId="1035"/>
          <ac:spMkLst>
            <pc:docMk/>
            <pc:sldMk cId="1543133241" sldId="433"/>
            <ac:spMk id="6" creationId="{2F2930C1-F4E6-6146-9ACC-55842C1ACC97}"/>
          </ac:spMkLst>
        </pc:spChg>
        <pc:graphicFrameChg chg="del">
          <ac:chgData name="Mai Xuan Trang" userId="f3c332be-9d36-4c2c-a25a-1b5a64c76b56" providerId="ADAL" clId="{275D169B-9A0F-1745-8772-4E82236A7863}" dt="2023-08-08T14:24:37.818" v="1153" actId="478"/>
          <ac:graphicFrameMkLst>
            <pc:docMk/>
            <pc:sldMk cId="1543133241" sldId="433"/>
            <ac:graphicFrameMk id="7" creationId="{9EE95132-3947-5544-8A4B-A1BDA3FB1E5B}"/>
          </ac:graphicFrameMkLst>
        </pc:graphicFrameChg>
        <pc:graphicFrameChg chg="add mod modGraphic">
          <ac:chgData name="Mai Xuan Trang" userId="f3c332be-9d36-4c2c-a25a-1b5a64c76b56" providerId="ADAL" clId="{275D169B-9A0F-1745-8772-4E82236A7863}" dt="2023-08-08T16:10:34.179" v="1376" actId="255"/>
          <ac:graphicFrameMkLst>
            <pc:docMk/>
            <pc:sldMk cId="1543133241" sldId="433"/>
            <ac:graphicFrameMk id="8" creationId="{4C660E92-B391-D84B-A9D6-A1D2D7F91619}"/>
          </ac:graphicFrameMkLst>
        </pc:graphicFrameChg>
      </pc:sldChg>
      <pc:sldChg chg="addSp delSp modSp add mod">
        <pc:chgData name="Mai Xuan Trang" userId="f3c332be-9d36-4c2c-a25a-1b5a64c76b56" providerId="ADAL" clId="{275D169B-9A0F-1745-8772-4E82236A7863}" dt="2023-08-08T18:27:50.147" v="1971" actId="20577"/>
        <pc:sldMkLst>
          <pc:docMk/>
          <pc:sldMk cId="3097134120" sldId="434"/>
        </pc:sldMkLst>
        <pc:spChg chg="mod">
          <ac:chgData name="Mai Xuan Trang" userId="f3c332be-9d36-4c2c-a25a-1b5a64c76b56" providerId="ADAL" clId="{275D169B-9A0F-1745-8772-4E82236A7863}" dt="2023-08-08T18:27:50.147" v="1971" actId="20577"/>
          <ac:spMkLst>
            <pc:docMk/>
            <pc:sldMk cId="3097134120" sldId="434"/>
            <ac:spMk id="5" creationId="{365B20E5-B84D-A947-80AE-6968A665D0C9}"/>
          </ac:spMkLst>
        </pc:spChg>
        <pc:spChg chg="del">
          <ac:chgData name="Mai Xuan Trang" userId="f3c332be-9d36-4c2c-a25a-1b5a64c76b56" providerId="ADAL" clId="{275D169B-9A0F-1745-8772-4E82236A7863}" dt="2023-08-08T14:41:57.088" v="1277" actId="478"/>
          <ac:spMkLst>
            <pc:docMk/>
            <pc:sldMk cId="3097134120" sldId="434"/>
            <ac:spMk id="6" creationId="{2F2930C1-F4E6-6146-9ACC-55842C1ACC97}"/>
          </ac:spMkLst>
        </pc:spChg>
        <pc:spChg chg="add del mod">
          <ac:chgData name="Mai Xuan Trang" userId="f3c332be-9d36-4c2c-a25a-1b5a64c76b56" providerId="ADAL" clId="{275D169B-9A0F-1745-8772-4E82236A7863}" dt="2023-08-08T14:42:00.063" v="1278" actId="478"/>
          <ac:spMkLst>
            <pc:docMk/>
            <pc:sldMk cId="3097134120" sldId="434"/>
            <ac:spMk id="10" creationId="{DD7A23F8-6BED-7C45-AB02-9E20B4509866}"/>
          </ac:spMkLst>
        </pc:spChg>
        <pc:spChg chg="add del mod">
          <ac:chgData name="Mai Xuan Trang" userId="f3c332be-9d36-4c2c-a25a-1b5a64c76b56" providerId="ADAL" clId="{275D169B-9A0F-1745-8772-4E82236A7863}" dt="2023-08-08T16:13:29.168" v="1408" actId="478"/>
          <ac:spMkLst>
            <pc:docMk/>
            <pc:sldMk cId="3097134120" sldId="434"/>
            <ac:spMk id="16" creationId="{569E663A-7299-9540-9747-989A1C8588CE}"/>
          </ac:spMkLst>
        </pc:spChg>
        <pc:spChg chg="add mod">
          <ac:chgData name="Mai Xuan Trang" userId="f3c332be-9d36-4c2c-a25a-1b5a64c76b56" providerId="ADAL" clId="{275D169B-9A0F-1745-8772-4E82236A7863}" dt="2023-08-08T16:16:52.328" v="1522" actId="164"/>
          <ac:spMkLst>
            <pc:docMk/>
            <pc:sldMk cId="3097134120" sldId="434"/>
            <ac:spMk id="17" creationId="{248FB5F1-E328-ED43-90C4-1F57098CFB2E}"/>
          </ac:spMkLst>
        </pc:spChg>
        <pc:spChg chg="add mod">
          <ac:chgData name="Mai Xuan Trang" userId="f3c332be-9d36-4c2c-a25a-1b5a64c76b56" providerId="ADAL" clId="{275D169B-9A0F-1745-8772-4E82236A7863}" dt="2023-08-08T16:16:52.328" v="1522" actId="164"/>
          <ac:spMkLst>
            <pc:docMk/>
            <pc:sldMk cId="3097134120" sldId="434"/>
            <ac:spMk id="18" creationId="{49511D69-7BE9-4E4F-A3B7-168B7EF5935F}"/>
          </ac:spMkLst>
        </pc:spChg>
        <pc:spChg chg="add mod">
          <ac:chgData name="Mai Xuan Trang" userId="f3c332be-9d36-4c2c-a25a-1b5a64c76b56" providerId="ADAL" clId="{275D169B-9A0F-1745-8772-4E82236A7863}" dt="2023-08-08T16:16:52.328" v="1522" actId="164"/>
          <ac:spMkLst>
            <pc:docMk/>
            <pc:sldMk cId="3097134120" sldId="434"/>
            <ac:spMk id="19" creationId="{A2E42F38-4390-F643-A0A9-972A214DE3D1}"/>
          </ac:spMkLst>
        </pc:spChg>
        <pc:spChg chg="add mod">
          <ac:chgData name="Mai Xuan Trang" userId="f3c332be-9d36-4c2c-a25a-1b5a64c76b56" providerId="ADAL" clId="{275D169B-9A0F-1745-8772-4E82236A7863}" dt="2023-08-08T16:16:52.328" v="1522" actId="164"/>
          <ac:spMkLst>
            <pc:docMk/>
            <pc:sldMk cId="3097134120" sldId="434"/>
            <ac:spMk id="20" creationId="{3DBC3907-E137-1E49-9123-B70BEFF71C4E}"/>
          </ac:spMkLst>
        </pc:spChg>
        <pc:grpChg chg="add mod">
          <ac:chgData name="Mai Xuan Trang" userId="f3c332be-9d36-4c2c-a25a-1b5a64c76b56" providerId="ADAL" clId="{275D169B-9A0F-1745-8772-4E82236A7863}" dt="2023-08-08T16:33:43.155" v="1556" actId="1035"/>
          <ac:grpSpMkLst>
            <pc:docMk/>
            <pc:sldMk cId="3097134120" sldId="434"/>
            <ac:grpSpMk id="21" creationId="{B76A74CC-6B81-2548-9B05-5AB73B5CB91D}"/>
          </ac:grpSpMkLst>
        </pc:grpChg>
        <pc:graphicFrameChg chg="add del mod modGraphic">
          <ac:chgData name="Mai Xuan Trang" userId="f3c332be-9d36-4c2c-a25a-1b5a64c76b56" providerId="ADAL" clId="{275D169B-9A0F-1745-8772-4E82236A7863}" dt="2023-08-08T14:47:16.731" v="1281" actId="478"/>
          <ac:graphicFrameMkLst>
            <pc:docMk/>
            <pc:sldMk cId="3097134120" sldId="434"/>
            <ac:graphicFrameMk id="7" creationId="{E2FBCD29-4E88-4841-B687-EC83F18180AF}"/>
          </ac:graphicFrameMkLst>
        </pc:graphicFrameChg>
        <pc:graphicFrameChg chg="add del mod">
          <ac:chgData name="Mai Xuan Trang" userId="f3c332be-9d36-4c2c-a25a-1b5a64c76b56" providerId="ADAL" clId="{275D169B-9A0F-1745-8772-4E82236A7863}" dt="2023-08-08T14:54:49.672" v="1306" actId="478"/>
          <ac:graphicFrameMkLst>
            <pc:docMk/>
            <pc:sldMk cId="3097134120" sldId="434"/>
            <ac:graphicFrameMk id="14" creationId="{B18DE613-68AE-9A4E-A503-6DA33AF7A49A}"/>
          </ac:graphicFrameMkLst>
        </pc:graphicFrameChg>
        <pc:picChg chg="del">
          <ac:chgData name="Mai Xuan Trang" userId="f3c332be-9d36-4c2c-a25a-1b5a64c76b56" providerId="ADAL" clId="{275D169B-9A0F-1745-8772-4E82236A7863}" dt="2023-08-08T14:41:51.112" v="1275" actId="478"/>
          <ac:picMkLst>
            <pc:docMk/>
            <pc:sldMk cId="3097134120" sldId="434"/>
            <ac:picMk id="8" creationId="{519AA4C3-C13E-3443-BFC1-71EC09269FFE}"/>
          </ac:picMkLst>
        </pc:picChg>
        <pc:picChg chg="add del mod">
          <ac:chgData name="Mai Xuan Trang" userId="f3c332be-9d36-4c2c-a25a-1b5a64c76b56" providerId="ADAL" clId="{275D169B-9A0F-1745-8772-4E82236A7863}" dt="2023-08-08T14:49:14.451" v="1287" actId="478"/>
          <ac:picMkLst>
            <pc:docMk/>
            <pc:sldMk cId="3097134120" sldId="434"/>
            <ac:picMk id="11" creationId="{2B9F5B6D-21BF-CB4B-A71B-D0EEF2773887}"/>
          </ac:picMkLst>
        </pc:picChg>
        <pc:picChg chg="add del mod">
          <ac:chgData name="Mai Xuan Trang" userId="f3c332be-9d36-4c2c-a25a-1b5a64c76b56" providerId="ADAL" clId="{275D169B-9A0F-1745-8772-4E82236A7863}" dt="2023-08-08T16:33:25.720" v="1546" actId="478"/>
          <ac:picMkLst>
            <pc:docMk/>
            <pc:sldMk cId="3097134120" sldId="434"/>
            <ac:picMk id="12" creationId="{C07A456F-F91D-C14C-928E-5690BE811038}"/>
          </ac:picMkLst>
        </pc:picChg>
        <pc:picChg chg="add del mod">
          <ac:chgData name="Mai Xuan Trang" userId="f3c332be-9d36-4c2c-a25a-1b5a64c76b56" providerId="ADAL" clId="{275D169B-9A0F-1745-8772-4E82236A7863}" dt="2023-08-08T14:54:19.760" v="1304" actId="478"/>
          <ac:picMkLst>
            <pc:docMk/>
            <pc:sldMk cId="3097134120" sldId="434"/>
            <ac:picMk id="13" creationId="{030A4E9A-FC3F-354D-BCF8-57DA24A85132}"/>
          </ac:picMkLst>
        </pc:picChg>
        <pc:picChg chg="add del mod">
          <ac:chgData name="Mai Xuan Trang" userId="f3c332be-9d36-4c2c-a25a-1b5a64c76b56" providerId="ADAL" clId="{275D169B-9A0F-1745-8772-4E82236A7863}" dt="2023-08-08T16:15:18.950" v="1490" actId="478"/>
          <ac:picMkLst>
            <pc:docMk/>
            <pc:sldMk cId="3097134120" sldId="434"/>
            <ac:picMk id="15" creationId="{400E5621-FA1C-2A4F-84AD-E014772E0BA0}"/>
          </ac:picMkLst>
        </pc:picChg>
        <pc:picChg chg="add mod">
          <ac:chgData name="Mai Xuan Trang" userId="f3c332be-9d36-4c2c-a25a-1b5a64c76b56" providerId="ADAL" clId="{275D169B-9A0F-1745-8772-4E82236A7863}" dt="2023-08-08T16:33:39.916" v="1550" actId="1076"/>
          <ac:picMkLst>
            <pc:docMk/>
            <pc:sldMk cId="3097134120" sldId="434"/>
            <ac:picMk id="22" creationId="{9BD33800-CD2B-0A42-84FA-AADE6ADDFCC9}"/>
          </ac:picMkLst>
        </pc:picChg>
      </pc:sldChg>
      <pc:sldChg chg="addSp delSp modSp add mod">
        <pc:chgData name="Mai Xuan Trang" userId="f3c332be-9d36-4c2c-a25a-1b5a64c76b56" providerId="ADAL" clId="{275D169B-9A0F-1745-8772-4E82236A7863}" dt="2023-08-08T18:29:49.103" v="2007" actId="1038"/>
        <pc:sldMkLst>
          <pc:docMk/>
          <pc:sldMk cId="2359657759" sldId="435"/>
        </pc:sldMkLst>
        <pc:spChg chg="mod">
          <ac:chgData name="Mai Xuan Trang" userId="f3c332be-9d36-4c2c-a25a-1b5a64c76b56" providerId="ADAL" clId="{275D169B-9A0F-1745-8772-4E82236A7863}" dt="2023-08-08T16:52:40.742" v="1587" actId="20577"/>
          <ac:spMkLst>
            <pc:docMk/>
            <pc:sldMk cId="2359657759" sldId="435"/>
            <ac:spMk id="5" creationId="{365B20E5-B84D-A947-80AE-6968A665D0C9}"/>
          </ac:spMkLst>
        </pc:spChg>
        <pc:spChg chg="del">
          <ac:chgData name="Mai Xuan Trang" userId="f3c332be-9d36-4c2c-a25a-1b5a64c76b56" providerId="ADAL" clId="{275D169B-9A0F-1745-8772-4E82236A7863}" dt="2023-08-08T16:52:49.269" v="1589" actId="478"/>
          <ac:spMkLst>
            <pc:docMk/>
            <pc:sldMk cId="2359657759" sldId="435"/>
            <ac:spMk id="6" creationId="{2F2930C1-F4E6-6146-9ACC-55842C1ACC97}"/>
          </ac:spMkLst>
        </pc:spChg>
        <pc:spChg chg="add del mod">
          <ac:chgData name="Mai Xuan Trang" userId="f3c332be-9d36-4c2c-a25a-1b5a64c76b56" providerId="ADAL" clId="{275D169B-9A0F-1745-8772-4E82236A7863}" dt="2023-08-08T16:52:51.860" v="1590" actId="478"/>
          <ac:spMkLst>
            <pc:docMk/>
            <pc:sldMk cId="2359657759" sldId="435"/>
            <ac:spMk id="9" creationId="{B250894C-80AF-CE43-A392-8B72C23D7DC3}"/>
          </ac:spMkLst>
        </pc:spChg>
        <pc:graphicFrameChg chg="del">
          <ac:chgData name="Mai Xuan Trang" userId="f3c332be-9d36-4c2c-a25a-1b5a64c76b56" providerId="ADAL" clId="{275D169B-9A0F-1745-8772-4E82236A7863}" dt="2023-08-08T16:52:45.341" v="1588" actId="478"/>
          <ac:graphicFrameMkLst>
            <pc:docMk/>
            <pc:sldMk cId="2359657759" sldId="435"/>
            <ac:graphicFrameMk id="8" creationId="{4C660E92-B391-D84B-A9D6-A1D2D7F91619}"/>
          </ac:graphicFrameMkLst>
        </pc:graphicFrameChg>
        <pc:picChg chg="add del mod">
          <ac:chgData name="Mai Xuan Trang" userId="f3c332be-9d36-4c2c-a25a-1b5a64c76b56" providerId="ADAL" clId="{275D169B-9A0F-1745-8772-4E82236A7863}" dt="2023-08-08T18:29:35.312" v="1998" actId="478"/>
          <ac:picMkLst>
            <pc:docMk/>
            <pc:sldMk cId="2359657759" sldId="435"/>
            <ac:picMk id="6" creationId="{F0511CC2-E6DC-A94B-BC9C-448176E51B74}"/>
          </ac:picMkLst>
        </pc:picChg>
        <pc:picChg chg="add mod">
          <ac:chgData name="Mai Xuan Trang" userId="f3c332be-9d36-4c2c-a25a-1b5a64c76b56" providerId="ADAL" clId="{275D169B-9A0F-1745-8772-4E82236A7863}" dt="2023-08-08T18:29:49.103" v="2007" actId="1038"/>
          <ac:picMkLst>
            <pc:docMk/>
            <pc:sldMk cId="2359657759" sldId="435"/>
            <ac:picMk id="7" creationId="{7A1D3667-AC12-ED4F-8F72-C4CBEA58CB43}"/>
          </ac:picMkLst>
        </pc:picChg>
        <pc:picChg chg="add del mod">
          <ac:chgData name="Mai Xuan Trang" userId="f3c332be-9d36-4c2c-a25a-1b5a64c76b56" providerId="ADAL" clId="{275D169B-9A0F-1745-8772-4E82236A7863}" dt="2023-08-08T18:27:56.750" v="1972" actId="478"/>
          <ac:picMkLst>
            <pc:docMk/>
            <pc:sldMk cId="2359657759" sldId="435"/>
            <ac:picMk id="10" creationId="{94DB3B9D-939F-E342-A6C4-A977B0C259F8}"/>
          </ac:picMkLst>
        </pc:picChg>
      </pc:sldChg>
      <pc:sldChg chg="addSp delSp modSp add mod modAnim">
        <pc:chgData name="Mai Xuan Trang" userId="f3c332be-9d36-4c2c-a25a-1b5a64c76b56" providerId="ADAL" clId="{275D169B-9A0F-1745-8772-4E82236A7863}" dt="2023-08-09T11:12:22.392" v="3398" actId="27918"/>
        <pc:sldMkLst>
          <pc:docMk/>
          <pc:sldMk cId="4092909164" sldId="436"/>
        </pc:sldMkLst>
        <pc:spChg chg="mod">
          <ac:chgData name="Mai Xuan Trang" userId="f3c332be-9d36-4c2c-a25a-1b5a64c76b56" providerId="ADAL" clId="{275D169B-9A0F-1745-8772-4E82236A7863}" dt="2023-08-08T16:56:26.781" v="1626" actId="20577"/>
          <ac:spMkLst>
            <pc:docMk/>
            <pc:sldMk cId="4092909164" sldId="436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8T17:01:50.662" v="1730" actId="20577"/>
          <ac:spMkLst>
            <pc:docMk/>
            <pc:sldMk cId="4092909164" sldId="436"/>
            <ac:spMk id="6" creationId="{2F2930C1-F4E6-6146-9ACC-55842C1ACC97}"/>
          </ac:spMkLst>
        </pc:spChg>
        <pc:spChg chg="add mod">
          <ac:chgData name="Mai Xuan Trang" userId="f3c332be-9d36-4c2c-a25a-1b5a64c76b56" providerId="ADAL" clId="{275D169B-9A0F-1745-8772-4E82236A7863}" dt="2023-08-09T09:36:29.879" v="2233" actId="14100"/>
          <ac:spMkLst>
            <pc:docMk/>
            <pc:sldMk cId="4092909164" sldId="436"/>
            <ac:spMk id="8" creationId="{C301B5AC-37CD-804D-B7E6-6ADA47CD947F}"/>
          </ac:spMkLst>
        </pc:spChg>
        <pc:spChg chg="add mod">
          <ac:chgData name="Mai Xuan Trang" userId="f3c332be-9d36-4c2c-a25a-1b5a64c76b56" providerId="ADAL" clId="{275D169B-9A0F-1745-8772-4E82236A7863}" dt="2023-08-09T09:16:16.807" v="2149" actId="164"/>
          <ac:spMkLst>
            <pc:docMk/>
            <pc:sldMk cId="4092909164" sldId="436"/>
            <ac:spMk id="9" creationId="{2C1011C8-99C7-864A-987C-3D4D3DA77E53}"/>
          </ac:spMkLst>
        </pc:spChg>
        <pc:spChg chg="add mod">
          <ac:chgData name="Mai Xuan Trang" userId="f3c332be-9d36-4c2c-a25a-1b5a64c76b56" providerId="ADAL" clId="{275D169B-9A0F-1745-8772-4E82236A7863}" dt="2023-08-09T09:16:16.807" v="2149" actId="164"/>
          <ac:spMkLst>
            <pc:docMk/>
            <pc:sldMk cId="4092909164" sldId="436"/>
            <ac:spMk id="10" creationId="{B648F4A2-CF62-C846-B2CE-66F2DE2CC48C}"/>
          </ac:spMkLst>
        </pc:spChg>
        <pc:spChg chg="add mod">
          <ac:chgData name="Mai Xuan Trang" userId="f3c332be-9d36-4c2c-a25a-1b5a64c76b56" providerId="ADAL" clId="{275D169B-9A0F-1745-8772-4E82236A7863}" dt="2023-08-09T09:36:47.486" v="2238" actId="1036"/>
          <ac:spMkLst>
            <pc:docMk/>
            <pc:sldMk cId="4092909164" sldId="436"/>
            <ac:spMk id="12" creationId="{62BA2D1D-8CD4-B64E-B4D9-A0D02DB10D98}"/>
          </ac:spMkLst>
        </pc:spChg>
        <pc:grpChg chg="add mod">
          <ac:chgData name="Mai Xuan Trang" userId="f3c332be-9d36-4c2c-a25a-1b5a64c76b56" providerId="ADAL" clId="{275D169B-9A0F-1745-8772-4E82236A7863}" dt="2023-08-09T09:16:16.807" v="2149" actId="164"/>
          <ac:grpSpMkLst>
            <pc:docMk/>
            <pc:sldMk cId="4092909164" sldId="436"/>
            <ac:grpSpMk id="13" creationId="{4B9167A8-4BAD-ED4A-A12B-1ED2FE7093AD}"/>
          </ac:grpSpMkLst>
        </pc:grpChg>
        <pc:graphicFrameChg chg="add del mod">
          <ac:chgData name="Mai Xuan Trang" userId="f3c332be-9d36-4c2c-a25a-1b5a64c76b56" providerId="ADAL" clId="{275D169B-9A0F-1745-8772-4E82236A7863}" dt="2023-08-09T09:13:22.416" v="2061" actId="478"/>
          <ac:graphicFrameMkLst>
            <pc:docMk/>
            <pc:sldMk cId="4092909164" sldId="436"/>
            <ac:graphicFrameMk id="7" creationId="{8D30180C-CCA7-924F-813A-72DD21115A78}"/>
          </ac:graphicFrameMkLst>
        </pc:graphicFrameChg>
        <pc:graphicFrameChg chg="del">
          <ac:chgData name="Mai Xuan Trang" userId="f3c332be-9d36-4c2c-a25a-1b5a64c76b56" providerId="ADAL" clId="{275D169B-9A0F-1745-8772-4E82236A7863}" dt="2023-08-08T17:02:00.347" v="1731" actId="478"/>
          <ac:graphicFrameMkLst>
            <pc:docMk/>
            <pc:sldMk cId="4092909164" sldId="436"/>
            <ac:graphicFrameMk id="8" creationId="{4C660E92-B391-D84B-A9D6-A1D2D7F91619}"/>
          </ac:graphicFrameMkLst>
        </pc:graphicFrameChg>
        <pc:graphicFrameChg chg="add mod">
          <ac:chgData name="Mai Xuan Trang" userId="f3c332be-9d36-4c2c-a25a-1b5a64c76b56" providerId="ADAL" clId="{275D169B-9A0F-1745-8772-4E82236A7863}" dt="2023-08-09T09:37:01.898" v="2239"/>
          <ac:graphicFrameMkLst>
            <pc:docMk/>
            <pc:sldMk cId="4092909164" sldId="436"/>
            <ac:graphicFrameMk id="11" creationId="{8D30180C-CCA7-924F-813A-72DD21115A78}"/>
          </ac:graphicFrameMkLst>
        </pc:graphicFrameChg>
      </pc:sldChg>
      <pc:sldChg chg="add del">
        <pc:chgData name="Mai Xuan Trang" userId="f3c332be-9d36-4c2c-a25a-1b5a64c76b56" providerId="ADAL" clId="{275D169B-9A0F-1745-8772-4E82236A7863}" dt="2023-08-09T09:24:58.816" v="2228" actId="2696"/>
        <pc:sldMkLst>
          <pc:docMk/>
          <pc:sldMk cId="2305981426" sldId="437"/>
        </pc:sldMkLst>
      </pc:sldChg>
      <pc:sldChg chg="addSp delSp modSp add mod modAnim">
        <pc:chgData name="Mai Xuan Trang" userId="f3c332be-9d36-4c2c-a25a-1b5a64c76b56" providerId="ADAL" clId="{275D169B-9A0F-1745-8772-4E82236A7863}" dt="2023-08-09T11:08:34.728" v="3219" actId="27918"/>
        <pc:sldMkLst>
          <pc:docMk/>
          <pc:sldMk cId="2339953758" sldId="438"/>
        </pc:sldMkLst>
        <pc:spChg chg="mod">
          <ac:chgData name="Mai Xuan Trang" userId="f3c332be-9d36-4c2c-a25a-1b5a64c76b56" providerId="ADAL" clId="{275D169B-9A0F-1745-8772-4E82236A7863}" dt="2023-08-08T17:02:28.648" v="1757" actId="20577"/>
          <ac:spMkLst>
            <pc:docMk/>
            <pc:sldMk cId="2339953758" sldId="438"/>
            <ac:spMk id="6" creationId="{2F2930C1-F4E6-6146-9ACC-55842C1ACC97}"/>
          </ac:spMkLst>
        </pc:spChg>
        <pc:spChg chg="add mod">
          <ac:chgData name="Mai Xuan Trang" userId="f3c332be-9d36-4c2c-a25a-1b5a64c76b56" providerId="ADAL" clId="{275D169B-9A0F-1745-8772-4E82236A7863}" dt="2023-08-09T09:48:44.328" v="2296" actId="164"/>
          <ac:spMkLst>
            <pc:docMk/>
            <pc:sldMk cId="2339953758" sldId="438"/>
            <ac:spMk id="8" creationId="{48EF0F3F-1A8E-A847-9371-9C44AEE9E218}"/>
          </ac:spMkLst>
        </pc:spChg>
        <pc:spChg chg="add mod">
          <ac:chgData name="Mai Xuan Trang" userId="f3c332be-9d36-4c2c-a25a-1b5a64c76b56" providerId="ADAL" clId="{275D169B-9A0F-1745-8772-4E82236A7863}" dt="2023-08-09T09:48:44.328" v="2296" actId="164"/>
          <ac:spMkLst>
            <pc:docMk/>
            <pc:sldMk cId="2339953758" sldId="438"/>
            <ac:spMk id="9" creationId="{8E2E80C1-256E-DD4E-83F8-6014EF216773}"/>
          </ac:spMkLst>
        </pc:spChg>
        <pc:spChg chg="add mod">
          <ac:chgData name="Mai Xuan Trang" userId="f3c332be-9d36-4c2c-a25a-1b5a64c76b56" providerId="ADAL" clId="{275D169B-9A0F-1745-8772-4E82236A7863}" dt="2023-08-09T09:48:44.328" v="2296" actId="164"/>
          <ac:spMkLst>
            <pc:docMk/>
            <pc:sldMk cId="2339953758" sldId="438"/>
            <ac:spMk id="10" creationId="{516DCFC6-C34A-B940-AF1A-9A928326FF5C}"/>
          </ac:spMkLst>
        </pc:spChg>
        <pc:spChg chg="add mod">
          <ac:chgData name="Mai Xuan Trang" userId="f3c332be-9d36-4c2c-a25a-1b5a64c76b56" providerId="ADAL" clId="{275D169B-9A0F-1745-8772-4E82236A7863}" dt="2023-08-09T09:48:44.328" v="2296" actId="164"/>
          <ac:spMkLst>
            <pc:docMk/>
            <pc:sldMk cId="2339953758" sldId="438"/>
            <ac:spMk id="13" creationId="{363464DA-279B-7044-9207-0C66D9B91D79}"/>
          </ac:spMkLst>
        </pc:spChg>
        <pc:spChg chg="add mod">
          <ac:chgData name="Mai Xuan Trang" userId="f3c332be-9d36-4c2c-a25a-1b5a64c76b56" providerId="ADAL" clId="{275D169B-9A0F-1745-8772-4E82236A7863}" dt="2023-08-09T09:48:44.328" v="2296" actId="164"/>
          <ac:spMkLst>
            <pc:docMk/>
            <pc:sldMk cId="2339953758" sldId="438"/>
            <ac:spMk id="14" creationId="{D9420533-5841-3047-8907-A9010ED70877}"/>
          </ac:spMkLst>
        </pc:spChg>
        <pc:grpChg chg="add mod">
          <ac:chgData name="Mai Xuan Trang" userId="f3c332be-9d36-4c2c-a25a-1b5a64c76b56" providerId="ADAL" clId="{275D169B-9A0F-1745-8772-4E82236A7863}" dt="2023-08-09T09:48:44.328" v="2296" actId="164"/>
          <ac:grpSpMkLst>
            <pc:docMk/>
            <pc:sldMk cId="2339953758" sldId="438"/>
            <ac:grpSpMk id="15" creationId="{53215B8C-9492-604E-A6DB-3254EBF372A0}"/>
          </ac:grpSpMkLst>
        </pc:grpChg>
        <pc:graphicFrameChg chg="add del mod">
          <ac:chgData name="Mai Xuan Trang" userId="f3c332be-9d36-4c2c-a25a-1b5a64c76b56" providerId="ADAL" clId="{275D169B-9A0F-1745-8772-4E82236A7863}" dt="2023-08-09T09:46:11.296" v="2274" actId="21"/>
          <ac:graphicFrameMkLst>
            <pc:docMk/>
            <pc:sldMk cId="2339953758" sldId="438"/>
            <ac:graphicFrameMk id="7" creationId="{F2ED93F8-305B-1141-B749-54B06210C8A1}"/>
          </ac:graphicFrameMkLst>
        </pc:graphicFrameChg>
        <pc:graphicFrameChg chg="add del mod">
          <ac:chgData name="Mai Xuan Trang" userId="f3c332be-9d36-4c2c-a25a-1b5a64c76b56" providerId="ADAL" clId="{275D169B-9A0F-1745-8772-4E82236A7863}" dt="2023-08-09T09:47:14.709" v="2281" actId="21"/>
          <ac:graphicFrameMkLst>
            <pc:docMk/>
            <pc:sldMk cId="2339953758" sldId="438"/>
            <ac:graphicFrameMk id="11" creationId="{C9F11E90-2EA6-364E-8325-A152AAF14F62}"/>
          </ac:graphicFrameMkLst>
        </pc:graphicFrameChg>
        <pc:graphicFrameChg chg="add mod">
          <ac:chgData name="Mai Xuan Trang" userId="f3c332be-9d36-4c2c-a25a-1b5a64c76b56" providerId="ADAL" clId="{275D169B-9A0F-1745-8772-4E82236A7863}" dt="2023-08-09T10:32:42.902" v="2481" actId="20577"/>
          <ac:graphicFrameMkLst>
            <pc:docMk/>
            <pc:sldMk cId="2339953758" sldId="438"/>
            <ac:graphicFrameMk id="12" creationId="{B5F6F556-89E9-134D-9D02-7B92AB840CE0}"/>
          </ac:graphicFrameMkLst>
        </pc:graphicFrameChg>
      </pc:sldChg>
      <pc:sldChg chg="addSp modSp add mod ord">
        <pc:chgData name="Mai Xuan Trang" userId="f3c332be-9d36-4c2c-a25a-1b5a64c76b56" providerId="ADAL" clId="{275D169B-9A0F-1745-8772-4E82236A7863}" dt="2023-08-09T10:12:35.697" v="2368"/>
        <pc:sldMkLst>
          <pc:docMk/>
          <pc:sldMk cId="4233616353" sldId="439"/>
        </pc:sldMkLst>
        <pc:graphicFrameChg chg="add mod">
          <ac:chgData name="Mai Xuan Trang" userId="f3c332be-9d36-4c2c-a25a-1b5a64c76b56" providerId="ADAL" clId="{275D169B-9A0F-1745-8772-4E82236A7863}" dt="2023-08-09T10:12:35.697" v="2368"/>
          <ac:graphicFrameMkLst>
            <pc:docMk/>
            <pc:sldMk cId="4233616353" sldId="439"/>
            <ac:graphicFrameMk id="7" creationId="{3DD759C2-9AF4-E746-9152-59309531559D}"/>
          </ac:graphicFrameMkLst>
        </pc:graphicFrameChg>
      </pc:sldChg>
      <pc:sldChg chg="addSp modSp add mod">
        <pc:chgData name="Mai Xuan Trang" userId="f3c332be-9d36-4c2c-a25a-1b5a64c76b56" providerId="ADAL" clId="{275D169B-9A0F-1745-8772-4E82236A7863}" dt="2023-08-09T10:51:02.806" v="2650" actId="1035"/>
        <pc:sldMkLst>
          <pc:docMk/>
          <pc:sldMk cId="3360836473" sldId="440"/>
        </pc:sldMkLst>
        <pc:spChg chg="mod">
          <ac:chgData name="Mai Xuan Trang" userId="f3c332be-9d36-4c2c-a25a-1b5a64c76b56" providerId="ADAL" clId="{275D169B-9A0F-1745-8772-4E82236A7863}" dt="2023-08-09T09:57:54.297" v="2361" actId="20577"/>
          <ac:spMkLst>
            <pc:docMk/>
            <pc:sldMk cId="3360836473" sldId="440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9T10:50:31.468" v="2648" actId="20577"/>
          <ac:spMkLst>
            <pc:docMk/>
            <pc:sldMk cId="3360836473" sldId="440"/>
            <ac:spMk id="6" creationId="{2F2930C1-F4E6-6146-9ACC-55842C1ACC97}"/>
          </ac:spMkLst>
        </pc:spChg>
        <pc:picChg chg="add mod">
          <ac:chgData name="Mai Xuan Trang" userId="f3c332be-9d36-4c2c-a25a-1b5a64c76b56" providerId="ADAL" clId="{275D169B-9A0F-1745-8772-4E82236A7863}" dt="2023-08-09T10:51:02.806" v="2650" actId="1035"/>
          <ac:picMkLst>
            <pc:docMk/>
            <pc:sldMk cId="3360836473" sldId="440"/>
            <ac:picMk id="7" creationId="{85F32B79-8982-2F43-87DD-11313D28E570}"/>
          </ac:picMkLst>
        </pc:picChg>
      </pc:sldChg>
      <pc:sldChg chg="modSp add mod">
        <pc:chgData name="Mai Xuan Trang" userId="f3c332be-9d36-4c2c-a25a-1b5a64c76b56" providerId="ADAL" clId="{275D169B-9A0F-1745-8772-4E82236A7863}" dt="2023-08-09T11:11:11.164" v="3397" actId="207"/>
        <pc:sldMkLst>
          <pc:docMk/>
          <pc:sldMk cId="577125440" sldId="441"/>
        </pc:sldMkLst>
        <pc:spChg chg="mod">
          <ac:chgData name="Mai Xuan Trang" userId="f3c332be-9d36-4c2c-a25a-1b5a64c76b56" providerId="ADAL" clId="{275D169B-9A0F-1745-8772-4E82236A7863}" dt="2023-08-09T11:09:45.619" v="3329" actId="20577"/>
          <ac:spMkLst>
            <pc:docMk/>
            <pc:sldMk cId="577125440" sldId="441"/>
            <ac:spMk id="5" creationId="{365B20E5-B84D-A947-80AE-6968A665D0C9}"/>
          </ac:spMkLst>
        </pc:spChg>
        <pc:spChg chg="mod">
          <ac:chgData name="Mai Xuan Trang" userId="f3c332be-9d36-4c2c-a25a-1b5a64c76b56" providerId="ADAL" clId="{275D169B-9A0F-1745-8772-4E82236A7863}" dt="2023-08-09T11:11:11.164" v="3397" actId="207"/>
          <ac:spMkLst>
            <pc:docMk/>
            <pc:sldMk cId="577125440" sldId="441"/>
            <ac:spMk id="6" creationId="{2F2930C1-F4E6-6146-9ACC-55842C1ACC97}"/>
          </ac:spMkLst>
        </pc:spChg>
      </pc:sldChg>
      <pc:sldChg chg="addSp delSp modSp add mod">
        <pc:chgData name="Mai Xuan Trang" userId="f3c332be-9d36-4c2c-a25a-1b5a64c76b56" providerId="ADAL" clId="{275D169B-9A0F-1745-8772-4E82236A7863}" dt="2023-08-08T17:30:37.138" v="1959" actId="1037"/>
        <pc:sldMkLst>
          <pc:docMk/>
          <pc:sldMk cId="2794014691" sldId="442"/>
        </pc:sldMkLst>
        <pc:spChg chg="mod">
          <ac:chgData name="Mai Xuan Trang" userId="f3c332be-9d36-4c2c-a25a-1b5a64c76b56" providerId="ADAL" clId="{275D169B-9A0F-1745-8772-4E82236A7863}" dt="2023-08-08T17:05:25.725" v="1822" actId="20577"/>
          <ac:spMkLst>
            <pc:docMk/>
            <pc:sldMk cId="2794014691" sldId="442"/>
            <ac:spMk id="5" creationId="{365B20E5-B84D-A947-80AE-6968A665D0C9}"/>
          </ac:spMkLst>
        </pc:spChg>
        <pc:spChg chg="del">
          <ac:chgData name="Mai Xuan Trang" userId="f3c332be-9d36-4c2c-a25a-1b5a64c76b56" providerId="ADAL" clId="{275D169B-9A0F-1745-8772-4E82236A7863}" dt="2023-08-08T17:21:16.771" v="1823" actId="478"/>
          <ac:spMkLst>
            <pc:docMk/>
            <pc:sldMk cId="2794014691" sldId="442"/>
            <ac:spMk id="6" creationId="{2F2930C1-F4E6-6146-9ACC-55842C1ACC97}"/>
          </ac:spMkLst>
        </pc:spChg>
        <pc:spChg chg="add del mod">
          <ac:chgData name="Mai Xuan Trang" userId="f3c332be-9d36-4c2c-a25a-1b5a64c76b56" providerId="ADAL" clId="{275D169B-9A0F-1745-8772-4E82236A7863}" dt="2023-08-08T17:21:18.788" v="1824" actId="478"/>
          <ac:spMkLst>
            <pc:docMk/>
            <pc:sldMk cId="2794014691" sldId="442"/>
            <ac:spMk id="8" creationId="{05E8318F-5AF8-EA44-B6FC-015CD6EAC57A}"/>
          </ac:spMkLst>
        </pc:spChg>
        <pc:picChg chg="add del mod">
          <ac:chgData name="Mai Xuan Trang" userId="f3c332be-9d36-4c2c-a25a-1b5a64c76b56" providerId="ADAL" clId="{275D169B-9A0F-1745-8772-4E82236A7863}" dt="2023-08-08T17:26:05.118" v="1873" actId="478"/>
          <ac:picMkLst>
            <pc:docMk/>
            <pc:sldMk cId="2794014691" sldId="442"/>
            <ac:picMk id="9" creationId="{B5B68D2F-EC0D-C34A-9275-03CD1556BEAD}"/>
          </ac:picMkLst>
        </pc:picChg>
        <pc:picChg chg="add mod">
          <ac:chgData name="Mai Xuan Trang" userId="f3c332be-9d36-4c2c-a25a-1b5a64c76b56" providerId="ADAL" clId="{275D169B-9A0F-1745-8772-4E82236A7863}" dt="2023-08-08T17:30:37.138" v="1959" actId="1037"/>
          <ac:picMkLst>
            <pc:docMk/>
            <pc:sldMk cId="2794014691" sldId="442"/>
            <ac:picMk id="10" creationId="{9BFE1B38-EA04-C64C-8395-18B38D5AFCF5}"/>
          </ac:picMkLst>
        </pc:picChg>
      </pc:sldChg>
      <pc:sldChg chg="addSp delSp modSp add mod delAnim">
        <pc:chgData name="Mai Xuan Trang" userId="f3c332be-9d36-4c2c-a25a-1b5a64c76b56" providerId="ADAL" clId="{275D169B-9A0F-1745-8772-4E82236A7863}" dt="2023-08-09T09:24:18.862" v="2227" actId="14100"/>
        <pc:sldMkLst>
          <pc:docMk/>
          <pc:sldMk cId="552480353" sldId="443"/>
        </pc:sldMkLst>
        <pc:grpChg chg="del">
          <ac:chgData name="Mai Xuan Trang" userId="f3c332be-9d36-4c2c-a25a-1b5a64c76b56" providerId="ADAL" clId="{275D169B-9A0F-1745-8772-4E82236A7863}" dt="2023-08-09T09:17:47.383" v="2153" actId="478"/>
          <ac:grpSpMkLst>
            <pc:docMk/>
            <pc:sldMk cId="552480353" sldId="443"/>
            <ac:grpSpMk id="13" creationId="{4B9167A8-4BAD-ED4A-A12B-1ED2FE7093AD}"/>
          </ac:grpSpMkLst>
        </pc:grpChg>
        <pc:graphicFrameChg chg="del">
          <ac:chgData name="Mai Xuan Trang" userId="f3c332be-9d36-4c2c-a25a-1b5a64c76b56" providerId="ADAL" clId="{275D169B-9A0F-1745-8772-4E82236A7863}" dt="2023-08-09T09:17:44.208" v="2152" actId="478"/>
          <ac:graphicFrameMkLst>
            <pc:docMk/>
            <pc:sldMk cId="552480353" sldId="443"/>
            <ac:graphicFrameMk id="11" creationId="{8D30180C-CCA7-924F-813A-72DD21115A78}"/>
          </ac:graphicFrameMkLst>
        </pc:graphicFrameChg>
        <pc:graphicFrameChg chg="add mod modGraphic">
          <ac:chgData name="Mai Xuan Trang" userId="f3c332be-9d36-4c2c-a25a-1b5a64c76b56" providerId="ADAL" clId="{275D169B-9A0F-1745-8772-4E82236A7863}" dt="2023-08-09T09:24:18.862" v="2227" actId="14100"/>
          <ac:graphicFrameMkLst>
            <pc:docMk/>
            <pc:sldMk cId="552480353" sldId="443"/>
            <ac:graphicFrameMk id="14" creationId="{3CAC4B40-4921-E34B-8FAE-212272826D20}"/>
          </ac:graphicFrameMkLst>
        </pc:graphicFrameChg>
      </pc:sldChg>
      <pc:sldChg chg="addSp delSp modSp add mod modNotesTx">
        <pc:chgData name="Mai Xuan Trang" userId="f3c332be-9d36-4c2c-a25a-1b5a64c76b56" providerId="ADAL" clId="{275D169B-9A0F-1745-8772-4E82236A7863}" dt="2023-08-09T10:25:19.856" v="2468" actId="20577"/>
        <pc:sldMkLst>
          <pc:docMk/>
          <pc:sldMk cId="2973292905" sldId="444"/>
        </pc:sldMkLst>
        <pc:spChg chg="del">
          <ac:chgData name="Mai Xuan Trang" userId="f3c332be-9d36-4c2c-a25a-1b5a64c76b56" providerId="ADAL" clId="{275D169B-9A0F-1745-8772-4E82236A7863}" dt="2023-08-09T10:16:24.680" v="2371" actId="478"/>
          <ac:spMkLst>
            <pc:docMk/>
            <pc:sldMk cId="2973292905" sldId="444"/>
            <ac:spMk id="6" creationId="{2F2930C1-F4E6-6146-9ACC-55842C1ACC97}"/>
          </ac:spMkLst>
        </pc:spChg>
        <pc:spChg chg="add del mod">
          <ac:chgData name="Mai Xuan Trang" userId="f3c332be-9d36-4c2c-a25a-1b5a64c76b56" providerId="ADAL" clId="{275D169B-9A0F-1745-8772-4E82236A7863}" dt="2023-08-09T10:16:27.307" v="2372" actId="478"/>
          <ac:spMkLst>
            <pc:docMk/>
            <pc:sldMk cId="2973292905" sldId="444"/>
            <ac:spMk id="9" creationId="{6E59130C-EA8D-0648-917A-E759FEE8AEAF}"/>
          </ac:spMkLst>
        </pc:spChg>
        <pc:graphicFrameChg chg="del">
          <ac:chgData name="Mai Xuan Trang" userId="f3c332be-9d36-4c2c-a25a-1b5a64c76b56" providerId="ADAL" clId="{275D169B-9A0F-1745-8772-4E82236A7863}" dt="2023-08-09T10:16:21.052" v="2370" actId="478"/>
          <ac:graphicFrameMkLst>
            <pc:docMk/>
            <pc:sldMk cId="2973292905" sldId="444"/>
            <ac:graphicFrameMk id="7" creationId="{3DD759C2-9AF4-E746-9152-59309531559D}"/>
          </ac:graphicFrameMkLst>
        </pc:graphicFrameChg>
        <pc:graphicFrameChg chg="add mod modGraphic">
          <ac:chgData name="Mai Xuan Trang" userId="f3c332be-9d36-4c2c-a25a-1b5a64c76b56" providerId="ADAL" clId="{275D169B-9A0F-1745-8772-4E82236A7863}" dt="2023-08-09T10:23:16.815" v="2439" actId="1037"/>
          <ac:graphicFrameMkLst>
            <pc:docMk/>
            <pc:sldMk cId="2973292905" sldId="444"/>
            <ac:graphicFrameMk id="10" creationId="{11314B12-7C83-564C-81FB-F32F463181DD}"/>
          </ac:graphicFrameMkLst>
        </pc:graphicFrameChg>
      </pc:sldChg>
      <pc:sldChg chg="addSp delSp modSp add mod delAnim">
        <pc:chgData name="Mai Xuan Trang" userId="f3c332be-9d36-4c2c-a25a-1b5a64c76b56" providerId="ADAL" clId="{275D169B-9A0F-1745-8772-4E82236A7863}" dt="2023-08-09T10:34:16.431" v="2491" actId="1035"/>
        <pc:sldMkLst>
          <pc:docMk/>
          <pc:sldMk cId="4055150506" sldId="445"/>
        </pc:sldMkLst>
        <pc:spChg chg="mod">
          <ac:chgData name="Mai Xuan Trang" userId="f3c332be-9d36-4c2c-a25a-1b5a64c76b56" providerId="ADAL" clId="{275D169B-9A0F-1745-8772-4E82236A7863}" dt="2023-08-09T10:34:16.431" v="2491" actId="1035"/>
          <ac:spMkLst>
            <pc:docMk/>
            <pc:sldMk cId="4055150506" sldId="445"/>
            <ac:spMk id="6" creationId="{2F2930C1-F4E6-6146-9ACC-55842C1ACC97}"/>
          </ac:spMkLst>
        </pc:spChg>
        <pc:grpChg chg="del">
          <ac:chgData name="Mai Xuan Trang" userId="f3c332be-9d36-4c2c-a25a-1b5a64c76b56" providerId="ADAL" clId="{275D169B-9A0F-1745-8772-4E82236A7863}" dt="2023-08-09T10:33:15.152" v="2484" actId="478"/>
          <ac:grpSpMkLst>
            <pc:docMk/>
            <pc:sldMk cId="4055150506" sldId="445"/>
            <ac:grpSpMk id="15" creationId="{53215B8C-9492-604E-A6DB-3254EBF372A0}"/>
          </ac:grpSpMkLst>
        </pc:grpChg>
        <pc:graphicFrameChg chg="del">
          <ac:chgData name="Mai Xuan Trang" userId="f3c332be-9d36-4c2c-a25a-1b5a64c76b56" providerId="ADAL" clId="{275D169B-9A0F-1745-8772-4E82236A7863}" dt="2023-08-09T10:33:13.024" v="2483" actId="478"/>
          <ac:graphicFrameMkLst>
            <pc:docMk/>
            <pc:sldMk cId="4055150506" sldId="445"/>
            <ac:graphicFrameMk id="12" creationId="{B5F6F556-89E9-134D-9D02-7B92AB840CE0}"/>
          </ac:graphicFrameMkLst>
        </pc:graphicFrameChg>
        <pc:picChg chg="add mod">
          <ac:chgData name="Mai Xuan Trang" userId="f3c332be-9d36-4c2c-a25a-1b5a64c76b56" providerId="ADAL" clId="{275D169B-9A0F-1745-8772-4E82236A7863}" dt="2023-08-09T10:33:49.761" v="2490" actId="1076"/>
          <ac:picMkLst>
            <pc:docMk/>
            <pc:sldMk cId="4055150506" sldId="445"/>
            <ac:picMk id="7" creationId="{5C80AB7D-56C3-B540-9624-2DEE99493B2C}"/>
          </ac:picMkLst>
        </pc:picChg>
      </pc:sldChg>
      <pc:sldChg chg="addSp delSp modSp add mod">
        <pc:chgData name="Mai Xuan Trang" userId="f3c332be-9d36-4c2c-a25a-1b5a64c76b56" providerId="ADAL" clId="{275D169B-9A0F-1745-8772-4E82236A7863}" dt="2023-08-09T10:50:27.555" v="2647" actId="20577"/>
        <pc:sldMkLst>
          <pc:docMk/>
          <pc:sldMk cId="1608247147" sldId="446"/>
        </pc:sldMkLst>
        <pc:spChg chg="mod">
          <ac:chgData name="Mai Xuan Trang" userId="f3c332be-9d36-4c2c-a25a-1b5a64c76b56" providerId="ADAL" clId="{275D169B-9A0F-1745-8772-4E82236A7863}" dt="2023-08-09T10:50:27.555" v="2647" actId="20577"/>
          <ac:spMkLst>
            <pc:docMk/>
            <pc:sldMk cId="1608247147" sldId="446"/>
            <ac:spMk id="6" creationId="{2F2930C1-F4E6-6146-9ACC-55842C1ACC97}"/>
          </ac:spMkLst>
        </pc:spChg>
        <pc:picChg chg="del">
          <ac:chgData name="Mai Xuan Trang" userId="f3c332be-9d36-4c2c-a25a-1b5a64c76b56" providerId="ADAL" clId="{275D169B-9A0F-1745-8772-4E82236A7863}" dt="2023-08-09T10:45:53.618" v="2600" actId="478"/>
          <ac:picMkLst>
            <pc:docMk/>
            <pc:sldMk cId="1608247147" sldId="446"/>
            <ac:picMk id="7" creationId="{85F32B79-8982-2F43-87DD-11313D28E570}"/>
          </ac:picMkLst>
        </pc:picChg>
        <pc:picChg chg="add mod">
          <ac:chgData name="Mai Xuan Trang" userId="f3c332be-9d36-4c2c-a25a-1b5a64c76b56" providerId="ADAL" clId="{275D169B-9A0F-1745-8772-4E82236A7863}" dt="2023-08-09T10:50:12.950" v="2646" actId="14100"/>
          <ac:picMkLst>
            <pc:docMk/>
            <pc:sldMk cId="1608247147" sldId="446"/>
            <ac:picMk id="8" creationId="{ACEBAC2D-E0E3-9A48-BE11-266812EF9A54}"/>
          </ac:picMkLst>
        </pc:picChg>
      </pc:sldChg>
      <pc:sldChg chg="addSp delSp modSp add mod">
        <pc:chgData name="Mai Xuan Trang" userId="f3c332be-9d36-4c2c-a25a-1b5a64c76b56" providerId="ADAL" clId="{275D169B-9A0F-1745-8772-4E82236A7863}" dt="2023-08-09T10:54:08.996" v="2700" actId="1036"/>
        <pc:sldMkLst>
          <pc:docMk/>
          <pc:sldMk cId="2912124456" sldId="447"/>
        </pc:sldMkLst>
        <pc:spChg chg="mod">
          <ac:chgData name="Mai Xuan Trang" userId="f3c332be-9d36-4c2c-a25a-1b5a64c76b56" providerId="ADAL" clId="{275D169B-9A0F-1745-8772-4E82236A7863}" dt="2023-08-09T10:51:45.127" v="2692" actId="20577"/>
          <ac:spMkLst>
            <pc:docMk/>
            <pc:sldMk cId="2912124456" sldId="447"/>
            <ac:spMk id="6" creationId="{2F2930C1-F4E6-6146-9ACC-55842C1ACC97}"/>
          </ac:spMkLst>
        </pc:spChg>
        <pc:picChg chg="add mod">
          <ac:chgData name="Mai Xuan Trang" userId="f3c332be-9d36-4c2c-a25a-1b5a64c76b56" providerId="ADAL" clId="{275D169B-9A0F-1745-8772-4E82236A7863}" dt="2023-08-09T10:54:08.996" v="2700" actId="1036"/>
          <ac:picMkLst>
            <pc:docMk/>
            <pc:sldMk cId="2912124456" sldId="447"/>
            <ac:picMk id="7" creationId="{8BA22EB9-C692-2E47-991B-53D15C9E5806}"/>
          </ac:picMkLst>
        </pc:picChg>
        <pc:picChg chg="del">
          <ac:chgData name="Mai Xuan Trang" userId="f3c332be-9d36-4c2c-a25a-1b5a64c76b56" providerId="ADAL" clId="{275D169B-9A0F-1745-8772-4E82236A7863}" dt="2023-08-09T10:51:11.198" v="2654" actId="478"/>
          <ac:picMkLst>
            <pc:docMk/>
            <pc:sldMk cId="2912124456" sldId="447"/>
            <ac:picMk id="8" creationId="{ACEBAC2D-E0E3-9A48-BE11-266812EF9A54}"/>
          </ac:picMkLst>
        </pc:picChg>
      </pc:sldChg>
      <pc:sldChg chg="delSp modSp add mod">
        <pc:chgData name="Mai Xuan Trang" userId="f3c332be-9d36-4c2c-a25a-1b5a64c76b56" providerId="ADAL" clId="{275D169B-9A0F-1745-8772-4E82236A7863}" dt="2023-08-09T10:56:00.402" v="2744" actId="20577"/>
        <pc:sldMkLst>
          <pc:docMk/>
          <pc:sldMk cId="816421075" sldId="448"/>
        </pc:sldMkLst>
        <pc:spChg chg="mod">
          <ac:chgData name="Mai Xuan Trang" userId="f3c332be-9d36-4c2c-a25a-1b5a64c76b56" providerId="ADAL" clId="{275D169B-9A0F-1745-8772-4E82236A7863}" dt="2023-08-09T10:56:00.402" v="2744" actId="20577"/>
          <ac:spMkLst>
            <pc:docMk/>
            <pc:sldMk cId="816421075" sldId="448"/>
            <ac:spMk id="6" creationId="{2F2930C1-F4E6-6146-9ACC-55842C1ACC97}"/>
          </ac:spMkLst>
        </pc:spChg>
        <pc:picChg chg="del">
          <ac:chgData name="Mai Xuan Trang" userId="f3c332be-9d36-4c2c-a25a-1b5a64c76b56" providerId="ADAL" clId="{275D169B-9A0F-1745-8772-4E82236A7863}" dt="2023-08-09T10:54:56.908" v="2738" actId="478"/>
          <ac:picMkLst>
            <pc:docMk/>
            <pc:sldMk cId="816421075" sldId="448"/>
            <ac:picMk id="7" creationId="{8BA22EB9-C692-2E47-991B-53D15C9E5806}"/>
          </ac:picMkLst>
        </pc:picChg>
      </pc:sldChg>
      <pc:sldChg chg="modSp add mod">
        <pc:chgData name="Mai Xuan Trang" userId="f3c332be-9d36-4c2c-a25a-1b5a64c76b56" providerId="ADAL" clId="{275D169B-9A0F-1745-8772-4E82236A7863}" dt="2023-08-09T10:57:45.959" v="2766" actId="20577"/>
        <pc:sldMkLst>
          <pc:docMk/>
          <pc:sldMk cId="3823406909" sldId="449"/>
        </pc:sldMkLst>
        <pc:spChg chg="mod">
          <ac:chgData name="Mai Xuan Trang" userId="f3c332be-9d36-4c2c-a25a-1b5a64c76b56" providerId="ADAL" clId="{275D169B-9A0F-1745-8772-4E82236A7863}" dt="2023-08-09T10:57:45.959" v="2766" actId="20577"/>
          <ac:spMkLst>
            <pc:docMk/>
            <pc:sldMk cId="3823406909" sldId="449"/>
            <ac:spMk id="6" creationId="{2F2930C1-F4E6-6146-9ACC-55842C1ACC97}"/>
          </ac:spMkLst>
        </pc:spChg>
      </pc:sldChg>
      <pc:sldMasterChg chg="delSldLayout">
        <pc:chgData name="Mai Xuan Trang" userId="f3c332be-9d36-4c2c-a25a-1b5a64c76b56" providerId="ADAL" clId="{275D169B-9A0F-1745-8772-4E82236A7863}" dt="2023-08-08T04:24:05.070" v="1" actId="2696"/>
        <pc:sldMasterMkLst>
          <pc:docMk/>
          <pc:sldMasterMk cId="743587634" sldId="2147483726"/>
        </pc:sldMasterMkLst>
        <pc:sldLayoutChg chg="del">
          <pc:chgData name="Mai Xuan Trang" userId="f3c332be-9d36-4c2c-a25a-1b5a64c76b56" providerId="ADAL" clId="{275D169B-9A0F-1745-8772-4E82236A7863}" dt="2023-08-08T04:24:05.070" v="1" actId="2696"/>
          <pc:sldLayoutMkLst>
            <pc:docMk/>
            <pc:sldMasterMk cId="743587634" sldId="2147483726"/>
            <pc:sldLayoutMk cId="1728871002" sldId="2147483748"/>
          </pc:sldLayoutMkLst>
        </pc:sldLayoutChg>
      </pc:sldMasterChg>
    </pc:docChg>
  </pc:docChgLst>
  <pc:docChgLst>
    <pc:chgData name="Mai Xuan Trang" userId="f3c332be-9d36-4c2c-a25a-1b5a64c76b56" providerId="ADAL" clId="{ECDF323A-A00A-214F-9938-7B2209FBB4C6}"/>
    <pc:docChg chg="undo custSel addSld delSld modSld modMainMaster">
      <pc:chgData name="Mai Xuan Trang" userId="f3c332be-9d36-4c2c-a25a-1b5a64c76b56" providerId="ADAL" clId="{ECDF323A-A00A-214F-9938-7B2209FBB4C6}" dt="2023-08-08T04:14:11.983" v="412" actId="20577"/>
      <pc:docMkLst>
        <pc:docMk/>
      </pc:docMkLst>
      <pc:sldChg chg="del">
        <pc:chgData name="Mai Xuan Trang" userId="f3c332be-9d36-4c2c-a25a-1b5a64c76b56" providerId="ADAL" clId="{ECDF323A-A00A-214F-9938-7B2209FBB4C6}" dt="2023-08-08T04:06:07.089" v="20" actId="2696"/>
        <pc:sldMkLst>
          <pc:docMk/>
          <pc:sldMk cId="2313703484" sldId="393"/>
        </pc:sldMkLst>
      </pc:sldChg>
      <pc:sldChg chg="modSp mod">
        <pc:chgData name="Mai Xuan Trang" userId="f3c332be-9d36-4c2c-a25a-1b5a64c76b56" providerId="ADAL" clId="{ECDF323A-A00A-214F-9938-7B2209FBB4C6}" dt="2023-08-08T04:14:11.983" v="412" actId="20577"/>
        <pc:sldMkLst>
          <pc:docMk/>
          <pc:sldMk cId="2995186404" sldId="410"/>
        </pc:sldMkLst>
        <pc:spChg chg="mod">
          <ac:chgData name="Mai Xuan Trang" userId="f3c332be-9d36-4c2c-a25a-1b5a64c76b56" providerId="ADAL" clId="{ECDF323A-A00A-214F-9938-7B2209FBB4C6}" dt="2023-08-08T04:12:00.686" v="220" actId="20577"/>
          <ac:spMkLst>
            <pc:docMk/>
            <pc:sldMk cId="2995186404" sldId="410"/>
            <ac:spMk id="9" creationId="{00000000-0000-0000-0000-000000000000}"/>
          </ac:spMkLst>
        </pc:spChg>
        <pc:spChg chg="mod">
          <ac:chgData name="Mai Xuan Trang" userId="f3c332be-9d36-4c2c-a25a-1b5a64c76b56" providerId="ADAL" clId="{ECDF323A-A00A-214F-9938-7B2209FBB4C6}" dt="2023-08-08T04:12:20.090" v="258" actId="20577"/>
          <ac:spMkLst>
            <pc:docMk/>
            <pc:sldMk cId="2995186404" sldId="410"/>
            <ac:spMk id="14" creationId="{00000000-0000-0000-0000-000000000000}"/>
          </ac:spMkLst>
        </pc:spChg>
        <pc:spChg chg="mod">
          <ac:chgData name="Mai Xuan Trang" userId="f3c332be-9d36-4c2c-a25a-1b5a64c76b56" providerId="ADAL" clId="{ECDF323A-A00A-214F-9938-7B2209FBB4C6}" dt="2023-08-08T04:13:10.095" v="327" actId="20577"/>
          <ac:spMkLst>
            <pc:docMk/>
            <pc:sldMk cId="2995186404" sldId="410"/>
            <ac:spMk id="20" creationId="{00000000-0000-0000-0000-000000000000}"/>
          </ac:spMkLst>
        </pc:spChg>
        <pc:spChg chg="mod">
          <ac:chgData name="Mai Xuan Trang" userId="f3c332be-9d36-4c2c-a25a-1b5a64c76b56" providerId="ADAL" clId="{ECDF323A-A00A-214F-9938-7B2209FBB4C6}" dt="2023-08-08T04:14:00.207" v="382" actId="20577"/>
          <ac:spMkLst>
            <pc:docMk/>
            <pc:sldMk cId="2995186404" sldId="410"/>
            <ac:spMk id="29" creationId="{00000000-0000-0000-0000-000000000000}"/>
          </ac:spMkLst>
        </pc:spChg>
        <pc:spChg chg="mod">
          <ac:chgData name="Mai Xuan Trang" userId="f3c332be-9d36-4c2c-a25a-1b5a64c76b56" providerId="ADAL" clId="{ECDF323A-A00A-214F-9938-7B2209FBB4C6}" dt="2023-08-08T04:14:11.983" v="412" actId="20577"/>
          <ac:spMkLst>
            <pc:docMk/>
            <pc:sldMk cId="2995186404" sldId="410"/>
            <ac:spMk id="34" creationId="{00000000-0000-0000-0000-000000000000}"/>
          </ac:spMkLst>
        </pc:spChg>
        <pc:spChg chg="mod">
          <ac:chgData name="Mai Xuan Trang" userId="f3c332be-9d36-4c2c-a25a-1b5a64c76b56" providerId="ADAL" clId="{ECDF323A-A00A-214F-9938-7B2209FBB4C6}" dt="2023-08-08T04:11:48.157" v="184" actId="20577"/>
          <ac:spMkLst>
            <pc:docMk/>
            <pc:sldMk cId="2995186404" sldId="410"/>
            <ac:spMk id="44" creationId="{00000000-0000-0000-0000-000000000000}"/>
          </ac:spMkLst>
        </pc:spChg>
      </pc:sldChg>
      <pc:sldChg chg="addSp modSp new mod">
        <pc:chgData name="Mai Xuan Trang" userId="f3c332be-9d36-4c2c-a25a-1b5a64c76b56" providerId="ADAL" clId="{ECDF323A-A00A-214F-9938-7B2209FBB4C6}" dt="2023-08-08T04:10:31.906" v="174" actId="1036"/>
        <pc:sldMkLst>
          <pc:docMk/>
          <pc:sldMk cId="456582672" sldId="428"/>
        </pc:sldMkLst>
        <pc:spChg chg="mod">
          <ac:chgData name="Mai Xuan Trang" userId="f3c332be-9d36-4c2c-a25a-1b5a64c76b56" providerId="ADAL" clId="{ECDF323A-A00A-214F-9938-7B2209FBB4C6}" dt="2023-08-08T04:10:31.906" v="174" actId="1036"/>
          <ac:spMkLst>
            <pc:docMk/>
            <pc:sldMk cId="456582672" sldId="428"/>
            <ac:spMk id="2" creationId="{822EDCC7-833C-1B46-A9DB-AEC928BC083D}"/>
          </ac:spMkLst>
        </pc:spChg>
        <pc:spChg chg="mod">
          <ac:chgData name="Mai Xuan Trang" userId="f3c332be-9d36-4c2c-a25a-1b5a64c76b56" providerId="ADAL" clId="{ECDF323A-A00A-214F-9938-7B2209FBB4C6}" dt="2023-08-08T04:10:22.877" v="163" actId="2711"/>
          <ac:spMkLst>
            <pc:docMk/>
            <pc:sldMk cId="456582672" sldId="428"/>
            <ac:spMk id="3" creationId="{C94E5352-E09E-4F4A-AF39-174135EAE90D}"/>
          </ac:spMkLst>
        </pc:spChg>
        <pc:spChg chg="mod">
          <ac:chgData name="Mai Xuan Trang" userId="f3c332be-9d36-4c2c-a25a-1b5a64c76b56" providerId="ADAL" clId="{ECDF323A-A00A-214F-9938-7B2209FBB4C6}" dt="2023-08-08T04:10:22.877" v="163" actId="2711"/>
          <ac:spMkLst>
            <pc:docMk/>
            <pc:sldMk cId="456582672" sldId="428"/>
            <ac:spMk id="4" creationId="{9D2A76AF-4F39-7941-9BDD-7AEF9CD8D09D}"/>
          </ac:spMkLst>
        </pc:spChg>
        <pc:spChg chg="mod">
          <ac:chgData name="Mai Xuan Trang" userId="f3c332be-9d36-4c2c-a25a-1b5a64c76b56" providerId="ADAL" clId="{ECDF323A-A00A-214F-9938-7B2209FBB4C6}" dt="2023-08-08T04:10:22.877" v="163" actId="2711"/>
          <ac:spMkLst>
            <pc:docMk/>
            <pc:sldMk cId="456582672" sldId="428"/>
            <ac:spMk id="5" creationId="{C9FE59A7-2B41-E745-B713-3E60E1D314F8}"/>
          </ac:spMkLst>
        </pc:spChg>
        <pc:spChg chg="add mod">
          <ac:chgData name="Mai Xuan Trang" userId="f3c332be-9d36-4c2c-a25a-1b5a64c76b56" providerId="ADAL" clId="{ECDF323A-A00A-214F-9938-7B2209FBB4C6}" dt="2023-08-08T04:10:22.877" v="163" actId="2711"/>
          <ac:spMkLst>
            <pc:docMk/>
            <pc:sldMk cId="456582672" sldId="428"/>
            <ac:spMk id="6" creationId="{963662B6-1B3F-3D43-82B4-038976BF0367}"/>
          </ac:spMkLst>
        </pc:spChg>
        <pc:spChg chg="add mod">
          <ac:chgData name="Mai Xuan Trang" userId="f3c332be-9d36-4c2c-a25a-1b5a64c76b56" providerId="ADAL" clId="{ECDF323A-A00A-214F-9938-7B2209FBB4C6}" dt="2023-08-08T04:10:29.436" v="171" actId="1036"/>
          <ac:spMkLst>
            <pc:docMk/>
            <pc:sldMk cId="456582672" sldId="428"/>
            <ac:spMk id="7" creationId="{A7D40D5D-1713-7B40-B380-62C8FA2F31C4}"/>
          </ac:spMkLst>
        </pc:spChg>
      </pc:sldChg>
      <pc:sldMasterChg chg="modSldLayout">
        <pc:chgData name="Mai Xuan Trang" userId="f3c332be-9d36-4c2c-a25a-1b5a64c76b56" providerId="ADAL" clId="{ECDF323A-A00A-214F-9938-7B2209FBB4C6}" dt="2023-08-08T04:05:46.065" v="19" actId="1036"/>
        <pc:sldMasterMkLst>
          <pc:docMk/>
          <pc:sldMasterMk cId="743587634" sldId="2147483726"/>
        </pc:sldMasterMkLst>
        <pc:sldLayoutChg chg="addSp delSp modSp mod">
          <pc:chgData name="Mai Xuan Trang" userId="f3c332be-9d36-4c2c-a25a-1b5a64c76b56" providerId="ADAL" clId="{ECDF323A-A00A-214F-9938-7B2209FBB4C6}" dt="2023-08-08T04:05:46.065" v="19" actId="1036"/>
          <pc:sldLayoutMkLst>
            <pc:docMk/>
            <pc:sldMasterMk cId="743587634" sldId="2147483726"/>
            <pc:sldLayoutMk cId="3051414496" sldId="2147483727"/>
          </pc:sldLayoutMkLst>
          <pc:picChg chg="del">
            <ac:chgData name="Mai Xuan Trang" userId="f3c332be-9d36-4c2c-a25a-1b5a64c76b56" providerId="ADAL" clId="{ECDF323A-A00A-214F-9938-7B2209FBB4C6}" dt="2023-08-08T04:03:38.993" v="1" actId="478"/>
            <ac:picMkLst>
              <pc:docMk/>
              <pc:sldMasterMk cId="743587634" sldId="2147483726"/>
              <pc:sldLayoutMk cId="3051414496" sldId="2147483727"/>
              <ac:picMk id="3" creationId="{00000000-0000-0000-0000-000000000000}"/>
            </ac:picMkLst>
          </pc:picChg>
          <pc:picChg chg="add mod">
            <ac:chgData name="Mai Xuan Trang" userId="f3c332be-9d36-4c2c-a25a-1b5a64c76b56" providerId="ADAL" clId="{ECDF323A-A00A-214F-9938-7B2209FBB4C6}" dt="2023-08-08T04:05:46.065" v="19" actId="1036"/>
            <ac:picMkLst>
              <pc:docMk/>
              <pc:sldMasterMk cId="743587634" sldId="2147483726"/>
              <pc:sldLayoutMk cId="3051414496" sldId="2147483727"/>
              <ac:picMk id="5" creationId="{222415F5-6ADB-5A47-9CFF-A0BBA7921FC1}"/>
            </ac:picMkLst>
          </pc:picChg>
          <pc:picChg chg="add del mod">
            <ac:chgData name="Mai Xuan Trang" userId="f3c332be-9d36-4c2c-a25a-1b5a64c76b56" providerId="ADAL" clId="{ECDF323A-A00A-214F-9938-7B2209FBB4C6}" dt="2023-08-08T04:05:18.788" v="7" actId="478"/>
            <ac:picMkLst>
              <pc:docMk/>
              <pc:sldMasterMk cId="743587634" sldId="2147483726"/>
              <pc:sldLayoutMk cId="3051414496" sldId="2147483727"/>
              <ac:picMk id="9" creationId="{885A8249-3B04-5243-A136-E932E0A2A2A3}"/>
            </ac:picMkLst>
          </pc:picChg>
        </pc:sldLayoutChg>
      </pc:sldMasterChg>
    </pc:docChg>
  </pc:docChgLst>
  <pc:docChgLst>
    <pc:chgData name="Mai Xuan Trang" userId="f3c332be-9d36-4c2c-a25a-1b5a64c76b56" providerId="ADAL" clId="{73CF268C-CFF3-1A42-B37E-A36955BE2CF8}"/>
    <pc:docChg chg="custSel addSld modSld modMainMaster">
      <pc:chgData name="Mai Xuan Trang" userId="f3c332be-9d36-4c2c-a25a-1b5a64c76b56" providerId="ADAL" clId="{73CF268C-CFF3-1A42-B37E-A36955BE2CF8}" dt="2024-10-07T15:22:29.597" v="7" actId="14100"/>
      <pc:docMkLst>
        <pc:docMk/>
      </pc:docMkLst>
      <pc:sldChg chg="add">
        <pc:chgData name="Mai Xuan Trang" userId="f3c332be-9d36-4c2c-a25a-1b5a64c76b56" providerId="ADAL" clId="{73CF268C-CFF3-1A42-B37E-A36955BE2CF8}" dt="2024-10-07T15:19:03.554" v="0"/>
        <pc:sldMkLst>
          <pc:docMk/>
          <pc:sldMk cId="1180902785" sldId="319"/>
        </pc:sldMkLst>
      </pc:sldChg>
      <pc:sldMasterChg chg="modSldLayout">
        <pc:chgData name="Mai Xuan Trang" userId="f3c332be-9d36-4c2c-a25a-1b5a64c76b56" providerId="ADAL" clId="{73CF268C-CFF3-1A42-B37E-A36955BE2CF8}" dt="2024-10-07T15:22:29.597" v="7" actId="14100"/>
        <pc:sldMasterMkLst>
          <pc:docMk/>
          <pc:sldMasterMk cId="743587634" sldId="2147483726"/>
        </pc:sldMasterMkLst>
        <pc:sldLayoutChg chg="addSp delSp modSp mod">
          <pc:chgData name="Mai Xuan Trang" userId="f3c332be-9d36-4c2c-a25a-1b5a64c76b56" providerId="ADAL" clId="{73CF268C-CFF3-1A42-B37E-A36955BE2CF8}" dt="2024-10-07T15:22:29.597" v="7" actId="14100"/>
          <pc:sldLayoutMkLst>
            <pc:docMk/>
            <pc:sldMasterMk cId="743587634" sldId="2147483726"/>
            <pc:sldLayoutMk cId="3332110312" sldId="2147483748"/>
          </pc:sldLayoutMkLst>
          <pc:spChg chg="mod">
            <ac:chgData name="Mai Xuan Trang" userId="f3c332be-9d36-4c2c-a25a-1b5a64c76b56" providerId="ADAL" clId="{73CF268C-CFF3-1A42-B37E-A36955BE2CF8}" dt="2024-10-07T15:22:29.597" v="7" actId="14100"/>
            <ac:spMkLst>
              <pc:docMk/>
              <pc:sldMasterMk cId="743587634" sldId="2147483726"/>
              <pc:sldLayoutMk cId="3332110312" sldId="2147483748"/>
              <ac:spMk id="11" creationId="{E58223B2-799A-5246-A4C6-C8BB64215826}"/>
            </ac:spMkLst>
          </pc:spChg>
          <pc:picChg chg="add mod">
            <ac:chgData name="Mai Xuan Trang" userId="f3c332be-9d36-4c2c-a25a-1b5a64c76b56" providerId="ADAL" clId="{73CF268C-CFF3-1A42-B37E-A36955BE2CF8}" dt="2024-10-07T15:21:15.611" v="2"/>
            <ac:picMkLst>
              <pc:docMk/>
              <pc:sldMasterMk cId="743587634" sldId="2147483726"/>
              <pc:sldLayoutMk cId="3332110312" sldId="2147483748"/>
              <ac:picMk id="2" creationId="{E5332CED-CBE1-5A47-4E65-A5FC2F79C4C6}"/>
            </ac:picMkLst>
          </pc:picChg>
          <pc:picChg chg="del">
            <ac:chgData name="Mai Xuan Trang" userId="f3c332be-9d36-4c2c-a25a-1b5a64c76b56" providerId="ADAL" clId="{73CF268C-CFF3-1A42-B37E-A36955BE2CF8}" dt="2024-10-07T15:21:15.407" v="1" actId="478"/>
            <ac:picMkLst>
              <pc:docMk/>
              <pc:sldMasterMk cId="743587634" sldId="2147483726"/>
              <pc:sldLayoutMk cId="3332110312" sldId="2147483748"/>
              <ac:picMk id="10" creationId="{5AC998F8-7F69-2446-8A6A-988ADA171018}"/>
            </ac:picMkLst>
          </pc:picChg>
        </pc:sldLayoutChg>
      </pc:sldMasterChg>
    </pc:docChg>
  </pc:docChgLst>
  <pc:docChgLst>
    <pc:chgData name="Mai Xuan Trang" userId="f3c332be-9d36-4c2c-a25a-1b5a64c76b56" providerId="ADAL" clId="{5398C92B-0995-754B-8482-9F3482A2FF00}"/>
    <pc:docChg chg="undo custSel addSld delSld modSld modMainMaster">
      <pc:chgData name="Mai Xuan Trang" userId="f3c332be-9d36-4c2c-a25a-1b5a64c76b56" providerId="ADAL" clId="{5398C92B-0995-754B-8482-9F3482A2FF00}" dt="2023-07-10T02:05:26.705" v="1505"/>
      <pc:docMkLst>
        <pc:docMk/>
      </pc:docMkLst>
      <pc:sldChg chg="del">
        <pc:chgData name="Mai Xuan Trang" userId="f3c332be-9d36-4c2c-a25a-1b5a64c76b56" providerId="ADAL" clId="{5398C92B-0995-754B-8482-9F3482A2FF00}" dt="2023-07-10T01:23:40.184" v="1439" actId="2696"/>
        <pc:sldMkLst>
          <pc:docMk/>
          <pc:sldMk cId="1243975030" sldId="256"/>
        </pc:sldMkLst>
      </pc:sldChg>
      <pc:sldChg chg="del">
        <pc:chgData name="Mai Xuan Trang" userId="f3c332be-9d36-4c2c-a25a-1b5a64c76b56" providerId="ADAL" clId="{5398C92B-0995-754B-8482-9F3482A2FF00}" dt="2023-07-09T13:06:06.146" v="0" actId="2696"/>
        <pc:sldMkLst>
          <pc:docMk/>
          <pc:sldMk cId="248426554" sldId="263"/>
        </pc:sldMkLst>
      </pc:sldChg>
      <pc:sldChg chg="del">
        <pc:chgData name="Mai Xuan Trang" userId="f3c332be-9d36-4c2c-a25a-1b5a64c76b56" providerId="ADAL" clId="{5398C92B-0995-754B-8482-9F3482A2FF00}" dt="2023-07-09T13:06:32.901" v="5" actId="2696"/>
        <pc:sldMkLst>
          <pc:docMk/>
          <pc:sldMk cId="4181509255" sldId="265"/>
        </pc:sldMkLst>
      </pc:sldChg>
      <pc:sldChg chg="del">
        <pc:chgData name="Mai Xuan Trang" userId="f3c332be-9d36-4c2c-a25a-1b5a64c76b56" providerId="ADAL" clId="{5398C92B-0995-754B-8482-9F3482A2FF00}" dt="2023-07-09T13:06:33.764" v="6" actId="2696"/>
        <pc:sldMkLst>
          <pc:docMk/>
          <pc:sldMk cId="1361566968" sldId="297"/>
        </pc:sldMkLst>
      </pc:sldChg>
      <pc:sldChg chg="del">
        <pc:chgData name="Mai Xuan Trang" userId="f3c332be-9d36-4c2c-a25a-1b5a64c76b56" providerId="ADAL" clId="{5398C92B-0995-754B-8482-9F3482A2FF00}" dt="2023-07-09T13:06:07.643" v="2" actId="2696"/>
        <pc:sldMkLst>
          <pc:docMk/>
          <pc:sldMk cId="415018971" sldId="299"/>
        </pc:sldMkLst>
      </pc:sldChg>
      <pc:sldChg chg="del">
        <pc:chgData name="Mai Xuan Trang" userId="f3c332be-9d36-4c2c-a25a-1b5a64c76b56" providerId="ADAL" clId="{5398C92B-0995-754B-8482-9F3482A2FF00}" dt="2023-07-09T13:06:06.959" v="1" actId="2696"/>
        <pc:sldMkLst>
          <pc:docMk/>
          <pc:sldMk cId="2522488437" sldId="300"/>
        </pc:sldMkLst>
      </pc:sldChg>
      <pc:sldChg chg="del">
        <pc:chgData name="Mai Xuan Trang" userId="f3c332be-9d36-4c2c-a25a-1b5a64c76b56" providerId="ADAL" clId="{5398C92B-0995-754B-8482-9F3482A2FF00}" dt="2023-07-09T13:06:08.434" v="3" actId="2696"/>
        <pc:sldMkLst>
          <pc:docMk/>
          <pc:sldMk cId="1155600091" sldId="303"/>
        </pc:sldMkLst>
      </pc:sldChg>
      <pc:sldChg chg="addSp delSp modSp add del mod">
        <pc:chgData name="Mai Xuan Trang" userId="f3c332be-9d36-4c2c-a25a-1b5a64c76b56" providerId="ADAL" clId="{5398C92B-0995-754B-8482-9F3482A2FF00}" dt="2023-07-09T13:09:16.738" v="212" actId="2696"/>
        <pc:sldMkLst>
          <pc:docMk/>
          <pc:sldMk cId="1218716409" sldId="303"/>
        </pc:sldMkLst>
        <pc:spChg chg="del">
          <ac:chgData name="Mai Xuan Trang" userId="f3c332be-9d36-4c2c-a25a-1b5a64c76b56" providerId="ADAL" clId="{5398C92B-0995-754B-8482-9F3482A2FF00}" dt="2023-07-09T13:07:01.188" v="8" actId="478"/>
          <ac:spMkLst>
            <pc:docMk/>
            <pc:sldMk cId="1218716409" sldId="303"/>
            <ac:spMk id="3" creationId="{9CC91F35-A4FC-9541-99B4-9AD37212A3DF}"/>
          </ac:spMkLst>
        </pc:spChg>
        <pc:spChg chg="mod">
          <ac:chgData name="Mai Xuan Trang" userId="f3c332be-9d36-4c2c-a25a-1b5a64c76b56" providerId="ADAL" clId="{5398C92B-0995-754B-8482-9F3482A2FF00}" dt="2023-07-09T13:06:40.146" v="7" actId="1076"/>
          <ac:spMkLst>
            <pc:docMk/>
            <pc:sldMk cId="1218716409" sldId="303"/>
            <ac:spMk id="6" creationId="{3703A037-2A11-B641-B9CA-DE8EA3BC8ED7}"/>
          </ac:spMkLst>
        </pc:spChg>
        <pc:spChg chg="add mod">
          <ac:chgData name="Mai Xuan Trang" userId="f3c332be-9d36-4c2c-a25a-1b5a64c76b56" providerId="ADAL" clId="{5398C92B-0995-754B-8482-9F3482A2FF00}" dt="2023-07-09T13:07:02.606" v="9"/>
          <ac:spMkLst>
            <pc:docMk/>
            <pc:sldMk cId="1218716409" sldId="303"/>
            <ac:spMk id="16" creationId="{7171BAB5-F070-3145-9864-693B46B97F82}"/>
          </ac:spMkLst>
        </pc:spChg>
      </pc:sldChg>
      <pc:sldChg chg="addSp delSp modSp add mod modNotesTx">
        <pc:chgData name="Mai Xuan Trang" userId="f3c332be-9d36-4c2c-a25a-1b5a64c76b56" providerId="ADAL" clId="{5398C92B-0995-754B-8482-9F3482A2FF00}" dt="2023-07-09T13:25:13.956" v="1434" actId="20577"/>
        <pc:sldMkLst>
          <pc:docMk/>
          <pc:sldMk cId="1687616260" sldId="304"/>
        </pc:sldMkLst>
        <pc:spChg chg="mod">
          <ac:chgData name="Mai Xuan Trang" userId="f3c332be-9d36-4c2c-a25a-1b5a64c76b56" providerId="ADAL" clId="{5398C92B-0995-754B-8482-9F3482A2FF00}" dt="2023-07-09T13:07:51.157" v="39" actId="20577"/>
          <ac:spMkLst>
            <pc:docMk/>
            <pc:sldMk cId="1687616260" sldId="304"/>
            <ac:spMk id="5" creationId="{0918C33A-4750-F5D2-EED5-3A22EB5601BA}"/>
          </ac:spMkLst>
        </pc:spChg>
        <pc:spChg chg="del">
          <ac:chgData name="Mai Xuan Trang" userId="f3c332be-9d36-4c2c-a25a-1b5a64c76b56" providerId="ADAL" clId="{5398C92B-0995-754B-8482-9F3482A2FF00}" dt="2023-07-09T13:07:34.972" v="11" actId="478"/>
          <ac:spMkLst>
            <pc:docMk/>
            <pc:sldMk cId="1687616260" sldId="304"/>
            <ac:spMk id="6" creationId="{FB6819EC-FF07-6347-60E7-432882F0155B}"/>
          </ac:spMkLst>
        </pc:spChg>
        <pc:spChg chg="add del mod">
          <ac:chgData name="Mai Xuan Trang" userId="f3c332be-9d36-4c2c-a25a-1b5a64c76b56" providerId="ADAL" clId="{5398C92B-0995-754B-8482-9F3482A2FF00}" dt="2023-07-09T13:07:43.552" v="13" actId="478"/>
          <ac:spMkLst>
            <pc:docMk/>
            <pc:sldMk cId="1687616260" sldId="304"/>
            <ac:spMk id="10" creationId="{A6FAD4E7-1612-BE42-818D-F1BEF70AD095}"/>
          </ac:spMkLst>
        </pc:spChg>
        <pc:picChg chg="del">
          <ac:chgData name="Mai Xuan Trang" userId="f3c332be-9d36-4c2c-a25a-1b5a64c76b56" providerId="ADAL" clId="{5398C92B-0995-754B-8482-9F3482A2FF00}" dt="2023-07-09T13:07:34.972" v="11" actId="478"/>
          <ac:picMkLst>
            <pc:docMk/>
            <pc:sldMk cId="1687616260" sldId="304"/>
            <ac:picMk id="7" creationId="{0243D758-4F83-6341-9806-9B7AD206D066}"/>
          </ac:picMkLst>
        </pc:picChg>
        <pc:picChg chg="del">
          <ac:chgData name="Mai Xuan Trang" userId="f3c332be-9d36-4c2c-a25a-1b5a64c76b56" providerId="ADAL" clId="{5398C92B-0995-754B-8482-9F3482A2FF00}" dt="2023-07-09T13:07:40.588" v="12" actId="478"/>
          <ac:picMkLst>
            <pc:docMk/>
            <pc:sldMk cId="1687616260" sldId="304"/>
            <ac:picMk id="8" creationId="{4EC497FB-77A1-CA4E-ADA7-1470FE59218F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1" creationId="{45341F38-3EEC-8442-8DDB-FDDB1BDE000E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2" creationId="{9873B52B-C49C-4E44-AAB3-78261C6F2335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3" creationId="{8B69CEB1-01A3-DF45-BCFC-F2C543C4D139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4" creationId="{BCCAA663-3EAB-EB4D-9ACC-FAEBB0BC388A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5" creationId="{1F32AC47-DEE4-9D45-A718-FBF3411FB2D0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6" creationId="{53F819E1-E2A2-A843-9DE3-B39285A605BC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7" creationId="{BED359D5-C045-2143-968B-3C114CA2A442}"/>
          </ac:picMkLst>
        </pc:picChg>
        <pc:picChg chg="add mod">
          <ac:chgData name="Mai Xuan Trang" userId="f3c332be-9d36-4c2c-a25a-1b5a64c76b56" providerId="ADAL" clId="{5398C92B-0995-754B-8482-9F3482A2FF00}" dt="2023-07-09T13:08:05.961" v="40"/>
          <ac:picMkLst>
            <pc:docMk/>
            <pc:sldMk cId="1687616260" sldId="304"/>
            <ac:picMk id="18" creationId="{1A064F1A-6062-BD49-B3C0-F09D0189915E}"/>
          </ac:picMkLst>
        </pc:picChg>
        <pc:picChg chg="add mod">
          <ac:chgData name="Mai Xuan Trang" userId="f3c332be-9d36-4c2c-a25a-1b5a64c76b56" providerId="ADAL" clId="{5398C92B-0995-754B-8482-9F3482A2FF00}" dt="2023-07-09T13:08:17.224" v="41"/>
          <ac:picMkLst>
            <pc:docMk/>
            <pc:sldMk cId="1687616260" sldId="304"/>
            <ac:picMk id="19" creationId="{19F7EC22-D563-5943-A04D-6387506CF2C8}"/>
          </ac:picMkLst>
        </pc:picChg>
        <pc:picChg chg="add mod">
          <ac:chgData name="Mai Xuan Trang" userId="f3c332be-9d36-4c2c-a25a-1b5a64c76b56" providerId="ADAL" clId="{5398C92B-0995-754B-8482-9F3482A2FF00}" dt="2023-07-09T13:08:17.224" v="41"/>
          <ac:picMkLst>
            <pc:docMk/>
            <pc:sldMk cId="1687616260" sldId="304"/>
            <ac:picMk id="20" creationId="{6F963B10-E854-234C-86A1-9450C098A5A3}"/>
          </ac:picMkLst>
        </pc:picChg>
      </pc:sldChg>
      <pc:sldChg chg="delSp modSp add mod modNotesTx">
        <pc:chgData name="Mai Xuan Trang" userId="f3c332be-9d36-4c2c-a25a-1b5a64c76b56" providerId="ADAL" clId="{5398C92B-0995-754B-8482-9F3482A2FF00}" dt="2023-07-09T13:24:08.725" v="1357" actId="5793"/>
        <pc:sldMkLst>
          <pc:docMk/>
          <pc:sldMk cId="3227132102" sldId="305"/>
        </pc:sldMkLst>
        <pc:spChg chg="mod">
          <ac:chgData name="Mai Xuan Trang" userId="f3c332be-9d36-4c2c-a25a-1b5a64c76b56" providerId="ADAL" clId="{5398C92B-0995-754B-8482-9F3482A2FF00}" dt="2023-07-09T13:14:09.353" v="265" actId="20577"/>
          <ac:spMkLst>
            <pc:docMk/>
            <pc:sldMk cId="3227132102" sldId="305"/>
            <ac:spMk id="5" creationId="{0918C33A-4750-F5D2-EED5-3A22EB5601BA}"/>
          </ac:spMkLst>
        </pc:spChg>
        <pc:spChg chg="mod">
          <ac:chgData name="Mai Xuan Trang" userId="f3c332be-9d36-4c2c-a25a-1b5a64c76b56" providerId="ADAL" clId="{5398C92B-0995-754B-8482-9F3482A2FF00}" dt="2023-07-09T13:24:08.725" v="1357" actId="5793"/>
          <ac:spMkLst>
            <pc:docMk/>
            <pc:sldMk cId="3227132102" sldId="305"/>
            <ac:spMk id="6" creationId="{FB6819EC-FF07-6347-60E7-432882F0155B}"/>
          </ac:spMkLst>
        </pc:spChg>
        <pc:picChg chg="del">
          <ac:chgData name="Mai Xuan Trang" userId="f3c332be-9d36-4c2c-a25a-1b5a64c76b56" providerId="ADAL" clId="{5398C92B-0995-754B-8482-9F3482A2FF00}" dt="2023-07-09T13:14:36.452" v="266" actId="478"/>
          <ac:picMkLst>
            <pc:docMk/>
            <pc:sldMk cId="3227132102" sldId="305"/>
            <ac:picMk id="7" creationId="{0243D758-4F83-6341-9806-9B7AD206D066}"/>
          </ac:picMkLst>
        </pc:picChg>
        <pc:picChg chg="del">
          <ac:chgData name="Mai Xuan Trang" userId="f3c332be-9d36-4c2c-a25a-1b5a64c76b56" providerId="ADAL" clId="{5398C92B-0995-754B-8482-9F3482A2FF00}" dt="2023-07-09T13:14:37.800" v="267" actId="478"/>
          <ac:picMkLst>
            <pc:docMk/>
            <pc:sldMk cId="3227132102" sldId="305"/>
            <ac:picMk id="8" creationId="{4EC497FB-77A1-CA4E-ADA7-1470FE59218F}"/>
          </ac:picMkLst>
        </pc:picChg>
      </pc:sldChg>
      <pc:sldChg chg="addSp delSp modSp add mod">
        <pc:chgData name="Mai Xuan Trang" userId="f3c332be-9d36-4c2c-a25a-1b5a64c76b56" providerId="ADAL" clId="{5398C92B-0995-754B-8482-9F3482A2FF00}" dt="2023-07-10T02:03:43.978" v="1446" actId="478"/>
        <pc:sldMkLst>
          <pc:docMk/>
          <pc:sldMk cId="2313703484" sldId="393"/>
        </pc:sldMkLst>
        <pc:spChg chg="add mod">
          <ac:chgData name="Mai Xuan Trang" userId="f3c332be-9d36-4c2c-a25a-1b5a64c76b56" providerId="ADAL" clId="{5398C92B-0995-754B-8482-9F3482A2FF00}" dt="2023-07-10T01:23:04.955" v="1437"/>
          <ac:spMkLst>
            <pc:docMk/>
            <pc:sldMk cId="2313703484" sldId="393"/>
            <ac:spMk id="6" creationId="{7BF5F39F-72CC-0345-B6AB-CEBFE7D875C4}"/>
          </ac:spMkLst>
        </pc:spChg>
        <pc:spChg chg="add mod">
          <ac:chgData name="Mai Xuan Trang" userId="f3c332be-9d36-4c2c-a25a-1b5a64c76b56" providerId="ADAL" clId="{5398C92B-0995-754B-8482-9F3482A2FF00}" dt="2023-07-10T01:23:04.955" v="1437"/>
          <ac:spMkLst>
            <pc:docMk/>
            <pc:sldMk cId="2313703484" sldId="393"/>
            <ac:spMk id="7" creationId="{429A9F57-29A2-5844-8B26-11982C9C81E8}"/>
          </ac:spMkLst>
        </pc:spChg>
        <pc:picChg chg="add del mod">
          <ac:chgData name="Mai Xuan Trang" userId="f3c332be-9d36-4c2c-a25a-1b5a64c76b56" providerId="ADAL" clId="{5398C92B-0995-754B-8482-9F3482A2FF00}" dt="2023-07-10T02:03:43.978" v="1446" actId="478"/>
          <ac:picMkLst>
            <pc:docMk/>
            <pc:sldMk cId="2313703484" sldId="393"/>
            <ac:picMk id="2" creationId="{7B3E17D2-99C6-F949-9349-788477EE177E}"/>
          </ac:picMkLst>
        </pc:picChg>
      </pc:sldChg>
      <pc:sldChg chg="add del">
        <pc:chgData name="Mai Xuan Trang" userId="f3c332be-9d36-4c2c-a25a-1b5a64c76b56" providerId="ADAL" clId="{5398C92B-0995-754B-8482-9F3482A2FF00}" dt="2023-07-10T01:23:42.716" v="1440" actId="2696"/>
        <pc:sldMkLst>
          <pc:docMk/>
          <pc:sldMk cId="2151168425" sldId="394"/>
        </pc:sldMkLst>
      </pc:sldChg>
      <pc:sldChg chg="delSp add mod">
        <pc:chgData name="Mai Xuan Trang" userId="f3c332be-9d36-4c2c-a25a-1b5a64c76b56" providerId="ADAL" clId="{5398C92B-0995-754B-8482-9F3482A2FF00}" dt="2023-07-10T01:23:34.786" v="1438" actId="478"/>
        <pc:sldMkLst>
          <pc:docMk/>
          <pc:sldMk cId="2995186404" sldId="410"/>
        </pc:sldMkLst>
        <pc:spChg chg="del">
          <ac:chgData name="Mai Xuan Trang" userId="f3c332be-9d36-4c2c-a25a-1b5a64c76b56" providerId="ADAL" clId="{5398C92B-0995-754B-8482-9F3482A2FF00}" dt="2023-07-10T01:23:34.786" v="1438" actId="478"/>
          <ac:spMkLst>
            <pc:docMk/>
            <pc:sldMk cId="2995186404" sldId="410"/>
            <ac:spMk id="43" creationId="{00000000-0000-0000-0000-000000000000}"/>
          </ac:spMkLst>
        </pc:spChg>
      </pc:sldChg>
      <pc:sldChg chg="addSp modSp add">
        <pc:chgData name="Mai Xuan Trang" userId="f3c332be-9d36-4c2c-a25a-1b5a64c76b56" providerId="ADAL" clId="{5398C92B-0995-754B-8482-9F3482A2FF00}" dt="2023-07-10T01:23:53.437" v="1441"/>
        <pc:sldMkLst>
          <pc:docMk/>
          <pc:sldMk cId="2749469313" sldId="425"/>
        </pc:sldMkLst>
        <pc:spChg chg="add mod">
          <ac:chgData name="Mai Xuan Trang" userId="f3c332be-9d36-4c2c-a25a-1b5a64c76b56" providerId="ADAL" clId="{5398C92B-0995-754B-8482-9F3482A2FF00}" dt="2023-07-10T01:23:53.437" v="1441"/>
          <ac:spMkLst>
            <pc:docMk/>
            <pc:sldMk cId="2749469313" sldId="425"/>
            <ac:spMk id="14" creationId="{47107D05-B7EE-B94D-88AD-60E9037FD4AF}"/>
          </ac:spMkLst>
        </pc:spChg>
        <pc:spChg chg="add mod">
          <ac:chgData name="Mai Xuan Trang" userId="f3c332be-9d36-4c2c-a25a-1b5a64c76b56" providerId="ADAL" clId="{5398C92B-0995-754B-8482-9F3482A2FF00}" dt="2023-07-10T01:23:53.437" v="1441"/>
          <ac:spMkLst>
            <pc:docMk/>
            <pc:sldMk cId="2749469313" sldId="425"/>
            <ac:spMk id="15" creationId="{C12E713D-61DE-9647-AA15-18B81EABB9CF}"/>
          </ac:spMkLst>
        </pc:spChg>
      </pc:sldChg>
      <pc:sldChg chg="add">
        <pc:chgData name="Mai Xuan Trang" userId="f3c332be-9d36-4c2c-a25a-1b5a64c76b56" providerId="ADAL" clId="{5398C92B-0995-754B-8482-9F3482A2FF00}" dt="2023-07-10T01:22:38.092" v="1436"/>
        <pc:sldMkLst>
          <pc:docMk/>
          <pc:sldMk cId="4027715601" sldId="427"/>
        </pc:sldMkLst>
      </pc:sldChg>
      <pc:sldMasterChg chg="modSldLayout">
        <pc:chgData name="Mai Xuan Trang" userId="f3c332be-9d36-4c2c-a25a-1b5a64c76b56" providerId="ADAL" clId="{5398C92B-0995-754B-8482-9F3482A2FF00}" dt="2023-07-10T02:05:26.705" v="1505"/>
        <pc:sldMasterMkLst>
          <pc:docMk/>
          <pc:sldMasterMk cId="743587634" sldId="2147483726"/>
        </pc:sldMasterMkLst>
        <pc:sldLayoutChg chg="addSp delSp modSp mod">
          <pc:chgData name="Mai Xuan Trang" userId="f3c332be-9d36-4c2c-a25a-1b5a64c76b56" providerId="ADAL" clId="{5398C92B-0995-754B-8482-9F3482A2FF00}" dt="2023-07-10T02:05:15.067" v="1501" actId="1076"/>
          <pc:sldLayoutMkLst>
            <pc:docMk/>
            <pc:sldMasterMk cId="743587634" sldId="2147483726"/>
            <pc:sldLayoutMk cId="426175058" sldId="2147483728"/>
          </pc:sldLayoutMkLst>
          <pc:picChg chg="del">
            <ac:chgData name="Mai Xuan Trang" userId="f3c332be-9d36-4c2c-a25a-1b5a64c76b56" providerId="ADAL" clId="{5398C92B-0995-754B-8482-9F3482A2FF00}" dt="2023-07-10T02:04:42.825" v="1460" actId="478"/>
            <ac:picMkLst>
              <pc:docMk/>
              <pc:sldMasterMk cId="743587634" sldId="2147483726"/>
              <pc:sldLayoutMk cId="426175058" sldId="2147483728"/>
              <ac:picMk id="2" creationId="{00000000-0000-0000-0000-000000000000}"/>
            </ac:picMkLst>
          </pc:picChg>
          <pc:picChg chg="add mod">
            <ac:chgData name="Mai Xuan Trang" userId="f3c332be-9d36-4c2c-a25a-1b5a64c76b56" providerId="ADAL" clId="{5398C92B-0995-754B-8482-9F3482A2FF00}" dt="2023-07-10T02:05:15.067" v="1501" actId="1076"/>
            <ac:picMkLst>
              <pc:docMk/>
              <pc:sldMasterMk cId="743587634" sldId="2147483726"/>
              <pc:sldLayoutMk cId="426175058" sldId="2147483728"/>
              <ac:picMk id="7" creationId="{6D75C13C-F071-3D4C-A72D-61279F9BDC24}"/>
            </ac:picMkLst>
          </pc:picChg>
        </pc:sldLayoutChg>
        <pc:sldLayoutChg chg="addSp delSp modSp mod">
          <pc:chgData name="Mai Xuan Trang" userId="f3c332be-9d36-4c2c-a25a-1b5a64c76b56" providerId="ADAL" clId="{5398C92B-0995-754B-8482-9F3482A2FF00}" dt="2023-07-10T02:05:26.705" v="1505"/>
          <pc:sldLayoutMkLst>
            <pc:docMk/>
            <pc:sldMasterMk cId="743587634" sldId="2147483726"/>
            <pc:sldLayoutMk cId="3971755667" sldId="2147483729"/>
          </pc:sldLayoutMkLst>
          <pc:picChg chg="del">
            <ac:chgData name="Mai Xuan Trang" userId="f3c332be-9d36-4c2c-a25a-1b5a64c76b56" providerId="ADAL" clId="{5398C92B-0995-754B-8482-9F3482A2FF00}" dt="2023-07-10T02:05:26.337" v="1504" actId="478"/>
            <ac:picMkLst>
              <pc:docMk/>
              <pc:sldMasterMk cId="743587634" sldId="2147483726"/>
              <pc:sldLayoutMk cId="3971755667" sldId="2147483729"/>
              <ac:picMk id="7" creationId="{00000000-0000-0000-0000-000000000000}"/>
            </ac:picMkLst>
          </pc:picChg>
          <pc:picChg chg="add mod">
            <ac:chgData name="Mai Xuan Trang" userId="f3c332be-9d36-4c2c-a25a-1b5a64c76b56" providerId="ADAL" clId="{5398C92B-0995-754B-8482-9F3482A2FF00}" dt="2023-07-10T02:05:26.705" v="1505"/>
            <ac:picMkLst>
              <pc:docMk/>
              <pc:sldMasterMk cId="743587634" sldId="2147483726"/>
              <pc:sldLayoutMk cId="3971755667" sldId="2147483729"/>
              <ac:picMk id="9" creationId="{F253575E-4F90-BC45-AE64-B69B93BC2A46}"/>
            </ac:picMkLst>
          </pc:picChg>
        </pc:sldLayoutChg>
        <pc:sldLayoutChg chg="addSp delSp modSp mod">
          <pc:chgData name="Mai Xuan Trang" userId="f3c332be-9d36-4c2c-a25a-1b5a64c76b56" providerId="ADAL" clId="{5398C92B-0995-754B-8482-9F3482A2FF00}" dt="2023-07-10T02:05:22.966" v="1503"/>
          <pc:sldLayoutMkLst>
            <pc:docMk/>
            <pc:sldMasterMk cId="743587634" sldId="2147483726"/>
            <pc:sldLayoutMk cId="3457449909" sldId="2147483746"/>
          </pc:sldLayoutMkLst>
          <pc:picChg chg="del">
            <ac:chgData name="Mai Xuan Trang" userId="f3c332be-9d36-4c2c-a25a-1b5a64c76b56" providerId="ADAL" clId="{5398C92B-0995-754B-8482-9F3482A2FF00}" dt="2023-07-10T02:05:22.373" v="1502" actId="478"/>
            <ac:picMkLst>
              <pc:docMk/>
              <pc:sldMasterMk cId="743587634" sldId="2147483726"/>
              <pc:sldLayoutMk cId="3457449909" sldId="2147483746"/>
              <ac:picMk id="2" creationId="{00000000-0000-0000-0000-000000000000}"/>
            </ac:picMkLst>
          </pc:picChg>
          <pc:picChg chg="add mod">
            <ac:chgData name="Mai Xuan Trang" userId="f3c332be-9d36-4c2c-a25a-1b5a64c76b56" providerId="ADAL" clId="{5398C92B-0995-754B-8482-9F3482A2FF00}" dt="2023-07-10T02:05:22.966" v="1503"/>
            <ac:picMkLst>
              <pc:docMk/>
              <pc:sldMasterMk cId="743587634" sldId="2147483726"/>
              <pc:sldLayoutMk cId="3457449909" sldId="2147483746"/>
              <ac:picMk id="8" creationId="{88CFB93E-5B29-5F4F-AE56-F247D6A8852B}"/>
            </ac:picMkLst>
          </pc:picChg>
        </pc:sldLayoutChg>
        <pc:sldLayoutChg chg="addSp delSp modSp mod">
          <pc:chgData name="Mai Xuan Trang" userId="f3c332be-9d36-4c2c-a25a-1b5a64c76b56" providerId="ADAL" clId="{5398C92B-0995-754B-8482-9F3482A2FF00}" dt="2023-07-10T02:04:28.283" v="1459" actId="1038"/>
          <pc:sldLayoutMkLst>
            <pc:docMk/>
            <pc:sldMasterMk cId="743587634" sldId="2147483726"/>
            <pc:sldLayoutMk cId="48970443" sldId="2147483747"/>
          </pc:sldLayoutMkLst>
          <pc:picChg chg="add mod">
            <ac:chgData name="Mai Xuan Trang" userId="f3c332be-9d36-4c2c-a25a-1b5a64c76b56" providerId="ADAL" clId="{5398C92B-0995-754B-8482-9F3482A2FF00}" dt="2023-07-10T02:04:28.283" v="1459" actId="1038"/>
            <ac:picMkLst>
              <pc:docMk/>
              <pc:sldMasterMk cId="743587634" sldId="2147483726"/>
              <pc:sldLayoutMk cId="48970443" sldId="2147483747"/>
              <ac:picMk id="2" creationId="{8F82252D-DA70-9C46-A2A6-34E2958D19AA}"/>
            </ac:picMkLst>
          </pc:picChg>
          <pc:picChg chg="del">
            <ac:chgData name="Mai Xuan Trang" userId="f3c332be-9d36-4c2c-a25a-1b5a64c76b56" providerId="ADAL" clId="{5398C92B-0995-754B-8482-9F3482A2FF00}" dt="2023-07-10T02:04:10.293" v="1447" actId="478"/>
            <ac:picMkLst>
              <pc:docMk/>
              <pc:sldMasterMk cId="743587634" sldId="2147483726"/>
              <pc:sldLayoutMk cId="48970443" sldId="2147483747"/>
              <ac:picMk id="7" creationId="{00000000-0000-0000-0000-000000000000}"/>
            </ac:picMkLst>
          </pc:picChg>
        </pc:sldLayoutChg>
      </pc:sldMasterChg>
    </pc:docChg>
  </pc:docChgLst>
  <pc:docChgLst>
    <pc:chgData name="Nghiem Viet Cuong" userId="S::cuong.nghiemviet@phenikaa-uni.edu.vn::7faa06ba-b9c6-4482-b549-3213db72500f" providerId="AD" clId="Web-{EA98C5BF-3B78-EEA6-7AD7-2D53E6EAAE44}"/>
    <pc:docChg chg="modSld">
      <pc:chgData name="Nghiem Viet Cuong" userId="S::cuong.nghiemviet@phenikaa-uni.edu.vn::7faa06ba-b9c6-4482-b549-3213db72500f" providerId="AD" clId="Web-{EA98C5BF-3B78-EEA6-7AD7-2D53E6EAAE44}" dt="2024-04-20T01:33:13.868" v="1" actId="1076"/>
      <pc:docMkLst>
        <pc:docMk/>
      </pc:docMkLst>
      <pc:sldChg chg="modSp">
        <pc:chgData name="Nghiem Viet Cuong" userId="S::cuong.nghiemviet@phenikaa-uni.edu.vn::7faa06ba-b9c6-4482-b549-3213db72500f" providerId="AD" clId="Web-{EA98C5BF-3B78-EEA6-7AD7-2D53E6EAAE44}" dt="2024-04-20T01:33:13.868" v="1" actId="1076"/>
        <pc:sldMkLst>
          <pc:docMk/>
          <pc:sldMk cId="2724904428" sldId="430"/>
        </pc:sldMkLst>
        <pc:spChg chg="mod">
          <ac:chgData name="Nghiem Viet Cuong" userId="S::cuong.nghiemviet@phenikaa-uni.edu.vn::7faa06ba-b9c6-4482-b549-3213db72500f" providerId="AD" clId="Web-{EA98C5BF-3B78-EEA6-7AD7-2D53E6EAAE44}" dt="2024-04-20T01:33:13.868" v="1" actId="1076"/>
          <ac:spMkLst>
            <pc:docMk/>
            <pc:sldMk cId="2724904428" sldId="430"/>
            <ac:spMk id="5" creationId="{365B20E5-B84D-A947-80AE-6968A665D0C9}"/>
          </ac:spMkLst>
        </pc:spChg>
      </pc:sldChg>
    </pc:docChg>
  </pc:docChgLst>
  <pc:docChgLst>
    <pc:chgData name="Mai Xuan Trang" userId="f3c332be-9d36-4c2c-a25a-1b5a64c76b56" providerId="ADAL" clId="{2F8BF983-8823-6F49-8DBD-F9A318B879C2}"/>
    <pc:docChg chg="undo custSel addSld delSld modSld">
      <pc:chgData name="Mai Xuan Trang" userId="f3c332be-9d36-4c2c-a25a-1b5a64c76b56" providerId="ADAL" clId="{2F8BF983-8823-6F49-8DBD-F9A318B879C2}" dt="2024-12-20T17:41:19.945" v="1467" actId="20577"/>
      <pc:docMkLst>
        <pc:docMk/>
      </pc:docMkLst>
      <pc:sldChg chg="modSp mod">
        <pc:chgData name="Mai Xuan Trang" userId="f3c332be-9d36-4c2c-a25a-1b5a64c76b56" providerId="ADAL" clId="{2F8BF983-8823-6F49-8DBD-F9A318B879C2}" dt="2024-12-20T17:23:32.937" v="1284" actId="2711"/>
        <pc:sldMkLst>
          <pc:docMk/>
          <pc:sldMk cId="3243605612" sldId="261"/>
        </pc:sldMkLst>
        <pc:spChg chg="mod">
          <ac:chgData name="Mai Xuan Trang" userId="f3c332be-9d36-4c2c-a25a-1b5a64c76b56" providerId="ADAL" clId="{2F8BF983-8823-6F49-8DBD-F9A318B879C2}" dt="2024-12-20T17:23:32.937" v="1284" actId="2711"/>
          <ac:spMkLst>
            <pc:docMk/>
            <pc:sldMk cId="3243605612" sldId="261"/>
            <ac:spMk id="2" creationId="{0215F440-D8F8-D945-A43F-CBB3240A9C0E}"/>
          </ac:spMkLst>
        </pc:spChg>
        <pc:spChg chg="mod">
          <ac:chgData name="Mai Xuan Trang" userId="f3c332be-9d36-4c2c-a25a-1b5a64c76b56" providerId="ADAL" clId="{2F8BF983-8823-6F49-8DBD-F9A318B879C2}" dt="2024-12-20T17:23:32.937" v="1284" actId="2711"/>
          <ac:spMkLst>
            <pc:docMk/>
            <pc:sldMk cId="3243605612" sldId="261"/>
            <ac:spMk id="3" creationId="{C5206EDE-27DA-3542-A57C-A55C5E907685}"/>
          </ac:spMkLst>
        </pc:spChg>
        <pc:spChg chg="mod">
          <ac:chgData name="Mai Xuan Trang" userId="f3c332be-9d36-4c2c-a25a-1b5a64c76b56" providerId="ADAL" clId="{2F8BF983-8823-6F49-8DBD-F9A318B879C2}" dt="2024-12-20T17:23:32.937" v="1284" actId="2711"/>
          <ac:spMkLst>
            <pc:docMk/>
            <pc:sldMk cId="3243605612" sldId="261"/>
            <ac:spMk id="4" creationId="{6E066FB5-E899-F44E-9790-D7DCFB399229}"/>
          </ac:spMkLst>
        </pc:spChg>
        <pc:spChg chg="mod">
          <ac:chgData name="Mai Xuan Trang" userId="f3c332be-9d36-4c2c-a25a-1b5a64c76b56" providerId="ADAL" clId="{2F8BF983-8823-6F49-8DBD-F9A318B879C2}" dt="2024-12-20T17:23:32.937" v="1284" actId="2711"/>
          <ac:spMkLst>
            <pc:docMk/>
            <pc:sldMk cId="3243605612" sldId="261"/>
            <ac:spMk id="5" creationId="{365B20E5-B84D-A947-80AE-6968A665D0C9}"/>
          </ac:spMkLst>
        </pc:spChg>
        <pc:spChg chg="mod">
          <ac:chgData name="Mai Xuan Trang" userId="f3c332be-9d36-4c2c-a25a-1b5a64c76b56" providerId="ADAL" clId="{2F8BF983-8823-6F49-8DBD-F9A318B879C2}" dt="2024-12-20T17:23:32.937" v="1284" actId="2711"/>
          <ac:spMkLst>
            <pc:docMk/>
            <pc:sldMk cId="3243605612" sldId="261"/>
            <ac:spMk id="6" creationId="{2F2930C1-F4E6-6146-9ACC-55842C1ACC97}"/>
          </ac:spMkLst>
        </pc:spChg>
      </pc:sldChg>
      <pc:sldChg chg="modSp add mod">
        <pc:chgData name="Mai Xuan Trang" userId="f3c332be-9d36-4c2c-a25a-1b5a64c76b56" providerId="ADAL" clId="{2F8BF983-8823-6F49-8DBD-F9A318B879C2}" dt="2024-12-20T17:27:12.743" v="1309" actId="2711"/>
        <pc:sldMkLst>
          <pc:docMk/>
          <pc:sldMk cId="0" sldId="262"/>
        </pc:sldMkLst>
        <pc:spChg chg="mod">
          <ac:chgData name="Mai Xuan Trang" userId="f3c332be-9d36-4c2c-a25a-1b5a64c76b56" providerId="ADAL" clId="{2F8BF983-8823-6F49-8DBD-F9A318B879C2}" dt="2024-12-20T17:27:12.743" v="1309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12.743" v="1309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12.743" v="1309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12.743" v="1309" actId="2711"/>
          <ac:spMkLst>
            <pc:docMk/>
            <pc:sldMk cId="0" sldId="262"/>
            <ac:spMk id="23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12.743" v="1309" actId="2711"/>
          <ac:spMkLst>
            <pc:docMk/>
            <pc:sldMk cId="0" sldId="262"/>
            <ac:spMk id="236" creationId="{00000000-0000-0000-0000-000000000000}"/>
          </ac:spMkLst>
        </pc:spChg>
      </pc:sldChg>
      <pc:sldChg chg="modSp add mod">
        <pc:chgData name="Mai Xuan Trang" userId="f3c332be-9d36-4c2c-a25a-1b5a64c76b56" providerId="ADAL" clId="{2F8BF983-8823-6F49-8DBD-F9A318B879C2}" dt="2024-12-20T17:28:12.055" v="1327" actId="14734"/>
        <pc:sldMkLst>
          <pc:docMk/>
          <pc:sldMk cId="0" sldId="263"/>
        </pc:sldMkLst>
        <pc:spChg chg="mod">
          <ac:chgData name="Mai Xuan Trang" userId="f3c332be-9d36-4c2c-a25a-1b5a64c76b56" providerId="ADAL" clId="{2F8BF983-8823-6F49-8DBD-F9A318B879C2}" dt="2024-12-20T17:27:21.828" v="1310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21.828" v="1310" actId="2711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21.828" v="1310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21.828" v="1310" actId="2711"/>
          <ac:spMkLst>
            <pc:docMk/>
            <pc:sldMk cId="0" sldId="263"/>
            <ac:spMk id="237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7:37.007" v="1312" actId="14100"/>
          <ac:spMkLst>
            <pc:docMk/>
            <pc:sldMk cId="0" sldId="263"/>
            <ac:spMk id="238" creationId="{00000000-0000-0000-0000-000000000000}"/>
          </ac:spMkLst>
        </pc:spChg>
        <pc:graphicFrameChg chg="mod modGraphic">
          <ac:chgData name="Mai Xuan Trang" userId="f3c332be-9d36-4c2c-a25a-1b5a64c76b56" providerId="ADAL" clId="{2F8BF983-8823-6F49-8DBD-F9A318B879C2}" dt="2024-12-20T17:28:12.055" v="1327" actId="14734"/>
          <ac:graphicFrameMkLst>
            <pc:docMk/>
            <pc:sldMk cId="0" sldId="263"/>
            <ac:graphicFrameMk id="239" creationId="{00000000-0000-0000-0000-000000000000}"/>
          </ac:graphicFrameMkLst>
        </pc:graphicFrameChg>
      </pc:sldChg>
      <pc:sldChg chg="modSp add mod">
        <pc:chgData name="Mai Xuan Trang" userId="f3c332be-9d36-4c2c-a25a-1b5a64c76b56" providerId="ADAL" clId="{2F8BF983-8823-6F49-8DBD-F9A318B879C2}" dt="2024-12-20T17:28:40.924" v="1334" actId="1038"/>
        <pc:sldMkLst>
          <pc:docMk/>
          <pc:sldMk cId="0" sldId="264"/>
        </pc:sldMkLst>
        <pc:spChg chg="mod">
          <ac:chgData name="Mai Xuan Trang" userId="f3c332be-9d36-4c2c-a25a-1b5a64c76b56" providerId="ADAL" clId="{2F8BF983-8823-6F49-8DBD-F9A318B879C2}" dt="2024-12-20T17:28:26.704" v="1328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26.704" v="1328" actId="27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26.704" v="1328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26.704" v="1328" actId="2711"/>
          <ac:spMkLst>
            <pc:docMk/>
            <pc:sldMk cId="0" sldId="264"/>
            <ac:spMk id="240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26.704" v="1328" actId="2711"/>
          <ac:spMkLst>
            <pc:docMk/>
            <pc:sldMk cId="0" sldId="264"/>
            <ac:spMk id="241" creationId="{00000000-0000-0000-0000-000000000000}"/>
          </ac:spMkLst>
        </pc:spChg>
        <pc:graphicFrameChg chg="mod modGraphic">
          <ac:chgData name="Mai Xuan Trang" userId="f3c332be-9d36-4c2c-a25a-1b5a64c76b56" providerId="ADAL" clId="{2F8BF983-8823-6F49-8DBD-F9A318B879C2}" dt="2024-12-20T17:28:40.924" v="1334" actId="1038"/>
          <ac:graphicFrameMkLst>
            <pc:docMk/>
            <pc:sldMk cId="0" sldId="264"/>
            <ac:graphicFrameMk id="242" creationId="{00000000-0000-0000-0000-000000000000}"/>
          </ac:graphicFrameMkLst>
        </pc:graphicFrameChg>
      </pc:sldChg>
      <pc:sldChg chg="modSp add mod">
        <pc:chgData name="Mai Xuan Trang" userId="f3c332be-9d36-4c2c-a25a-1b5a64c76b56" providerId="ADAL" clId="{2F8BF983-8823-6F49-8DBD-F9A318B879C2}" dt="2024-12-20T17:28:57.398" v="1342" actId="1035"/>
        <pc:sldMkLst>
          <pc:docMk/>
          <pc:sldMk cId="0" sldId="265"/>
        </pc:sldMkLst>
        <pc:spChg chg="mod">
          <ac:chgData name="Mai Xuan Trang" userId="f3c332be-9d36-4c2c-a25a-1b5a64c76b56" providerId="ADAL" clId="{2F8BF983-8823-6F49-8DBD-F9A318B879C2}" dt="2024-12-20T17:28:54.396" v="1335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54.396" v="1335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54.396" v="1335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54.396" v="1335" actId="2711"/>
          <ac:spMkLst>
            <pc:docMk/>
            <pc:sldMk cId="0" sldId="265"/>
            <ac:spMk id="24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8:57.398" v="1342" actId="1035"/>
          <ac:spMkLst>
            <pc:docMk/>
            <pc:sldMk cId="0" sldId="265"/>
            <ac:spMk id="245" creationId="{00000000-0000-0000-0000-000000000000}"/>
          </ac:spMkLst>
        </pc:spChg>
      </pc:sldChg>
      <pc:sldChg chg="modSp add mod">
        <pc:chgData name="Mai Xuan Trang" userId="f3c332be-9d36-4c2c-a25a-1b5a64c76b56" providerId="ADAL" clId="{2F8BF983-8823-6F49-8DBD-F9A318B879C2}" dt="2024-12-20T17:29:04.317" v="1343" actId="2711"/>
        <pc:sldMkLst>
          <pc:docMk/>
          <pc:sldMk cId="0" sldId="266"/>
        </pc:sldMkLst>
        <pc:spChg chg="mod">
          <ac:chgData name="Mai Xuan Trang" userId="f3c332be-9d36-4c2c-a25a-1b5a64c76b56" providerId="ADAL" clId="{2F8BF983-8823-6F49-8DBD-F9A318B879C2}" dt="2024-12-20T17:29:04.317" v="1343" actId="2711"/>
          <ac:spMkLst>
            <pc:docMk/>
            <pc:sldMk cId="0" sldId="266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04.317" v="1343" actId="2711"/>
          <ac:spMkLst>
            <pc:docMk/>
            <pc:sldMk cId="0" sldId="266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04.317" v="1343" actId="27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04.317" v="1343" actId="2711"/>
          <ac:spMkLst>
            <pc:docMk/>
            <pc:sldMk cId="0" sldId="266"/>
            <ac:spMk id="24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04.317" v="1343" actId="2711"/>
          <ac:spMkLst>
            <pc:docMk/>
            <pc:sldMk cId="0" sldId="266"/>
            <ac:spMk id="247" creationId="{00000000-0000-0000-0000-000000000000}"/>
          </ac:spMkLst>
        </pc:spChg>
      </pc:sldChg>
      <pc:sldChg chg="modSp add mod">
        <pc:chgData name="Mai Xuan Trang" userId="f3c332be-9d36-4c2c-a25a-1b5a64c76b56" providerId="ADAL" clId="{2F8BF983-8823-6F49-8DBD-F9A318B879C2}" dt="2024-12-20T17:29:11.746" v="1344" actId="2711"/>
        <pc:sldMkLst>
          <pc:docMk/>
          <pc:sldMk cId="0" sldId="267"/>
        </pc:sldMkLst>
        <pc:spChg chg="mod">
          <ac:chgData name="Mai Xuan Trang" userId="f3c332be-9d36-4c2c-a25a-1b5a64c76b56" providerId="ADAL" clId="{2F8BF983-8823-6F49-8DBD-F9A318B879C2}" dt="2024-12-20T17:29:11.746" v="1344" actId="2711"/>
          <ac:spMkLst>
            <pc:docMk/>
            <pc:sldMk cId="0" sldId="267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11.746" v="1344" actId="2711"/>
          <ac:spMkLst>
            <pc:docMk/>
            <pc:sldMk cId="0" sldId="267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11.746" v="1344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11.746" v="1344" actId="2711"/>
          <ac:spMkLst>
            <pc:docMk/>
            <pc:sldMk cId="0" sldId="267"/>
            <ac:spMk id="248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29:11.746" v="1344" actId="2711"/>
          <ac:spMkLst>
            <pc:docMk/>
            <pc:sldMk cId="0" sldId="267"/>
            <ac:spMk id="249" creationId="{00000000-0000-0000-0000-000000000000}"/>
          </ac:spMkLst>
        </pc:spChg>
      </pc:sldChg>
      <pc:sldChg chg="modSp add mod">
        <pc:chgData name="Mai Xuan Trang" userId="f3c332be-9d36-4c2c-a25a-1b5a64c76b56" providerId="ADAL" clId="{2F8BF983-8823-6F49-8DBD-F9A318B879C2}" dt="2024-12-20T17:31:19.838" v="1361" actId="2711"/>
        <pc:sldMkLst>
          <pc:docMk/>
          <pc:sldMk cId="0" sldId="279"/>
        </pc:sldMkLst>
        <pc:spChg chg="mod">
          <ac:chgData name="Mai Xuan Trang" userId="f3c332be-9d36-4c2c-a25a-1b5a64c76b56" providerId="ADAL" clId="{2F8BF983-8823-6F49-8DBD-F9A318B879C2}" dt="2024-12-20T17:31:19.838" v="1361" actId="2711"/>
          <ac:spMkLst>
            <pc:docMk/>
            <pc:sldMk cId="0" sldId="279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1:19.838" v="1361" actId="2711"/>
          <ac:spMkLst>
            <pc:docMk/>
            <pc:sldMk cId="0" sldId="279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1:19.838" v="1361" actId="2711"/>
          <ac:spMkLst>
            <pc:docMk/>
            <pc:sldMk cId="0" sldId="279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1:19.838" v="1361" actId="2711"/>
          <ac:spMkLst>
            <pc:docMk/>
            <pc:sldMk cId="0" sldId="279"/>
            <ac:spMk id="293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1:19.838" v="1361" actId="2711"/>
          <ac:spMkLst>
            <pc:docMk/>
            <pc:sldMk cId="0" sldId="279"/>
            <ac:spMk id="294" creationId="{00000000-0000-0000-0000-000000000000}"/>
          </ac:spMkLst>
        </pc:spChg>
      </pc:sldChg>
      <pc:sldChg chg="modSp mod">
        <pc:chgData name="Mai Xuan Trang" userId="f3c332be-9d36-4c2c-a25a-1b5a64c76b56" providerId="ADAL" clId="{2F8BF983-8823-6F49-8DBD-F9A318B879C2}" dt="2024-12-20T17:33:35.163" v="1390" actId="2711"/>
        <pc:sldMkLst>
          <pc:docMk/>
          <pc:sldMk cId="1876972971" sldId="302"/>
        </pc:sldMkLst>
        <pc:spChg chg="mod">
          <ac:chgData name="Mai Xuan Trang" userId="f3c332be-9d36-4c2c-a25a-1b5a64c76b56" providerId="ADAL" clId="{2F8BF983-8823-6F49-8DBD-F9A318B879C2}" dt="2024-12-20T17:33:35.163" v="1390" actId="2711"/>
          <ac:spMkLst>
            <pc:docMk/>
            <pc:sldMk cId="1876972971" sldId="302"/>
            <ac:spMk id="2" creationId="{CB54D7BB-FEB7-B14F-B7BD-5CD92B600E99}"/>
          </ac:spMkLst>
        </pc:spChg>
        <pc:spChg chg="mod">
          <ac:chgData name="Mai Xuan Trang" userId="f3c332be-9d36-4c2c-a25a-1b5a64c76b56" providerId="ADAL" clId="{2F8BF983-8823-6F49-8DBD-F9A318B879C2}" dt="2024-12-20T17:33:35.163" v="1390" actId="2711"/>
          <ac:spMkLst>
            <pc:docMk/>
            <pc:sldMk cId="1876972971" sldId="302"/>
            <ac:spMk id="3" creationId="{28EC62C1-F310-0045-A9B6-285A289DC6D1}"/>
          </ac:spMkLst>
        </pc:spChg>
        <pc:spChg chg="mod">
          <ac:chgData name="Mai Xuan Trang" userId="f3c332be-9d36-4c2c-a25a-1b5a64c76b56" providerId="ADAL" clId="{2F8BF983-8823-6F49-8DBD-F9A318B879C2}" dt="2024-12-20T17:33:35.163" v="1390" actId="2711"/>
          <ac:spMkLst>
            <pc:docMk/>
            <pc:sldMk cId="1876972971" sldId="302"/>
            <ac:spMk id="4" creationId="{27247D25-3AC4-3F4D-B55C-E06CB5F965D3}"/>
          </ac:spMkLst>
        </pc:spChg>
        <pc:spChg chg="mod">
          <ac:chgData name="Mai Xuan Trang" userId="f3c332be-9d36-4c2c-a25a-1b5a64c76b56" providerId="ADAL" clId="{2F8BF983-8823-6F49-8DBD-F9A318B879C2}" dt="2024-12-20T17:33:35.163" v="1390" actId="2711"/>
          <ac:spMkLst>
            <pc:docMk/>
            <pc:sldMk cId="1876972971" sldId="302"/>
            <ac:spMk id="5" creationId="{F3633F27-97DE-F643-9B24-6B90544867AA}"/>
          </ac:spMkLst>
        </pc:spChg>
      </pc:sldChg>
      <pc:sldChg chg="modSp mod">
        <pc:chgData name="Mai Xuan Trang" userId="f3c332be-9d36-4c2c-a25a-1b5a64c76b56" providerId="ADAL" clId="{2F8BF983-8823-6F49-8DBD-F9A318B879C2}" dt="2024-12-20T17:23:43.378" v="1285" actId="2711"/>
        <pc:sldMkLst>
          <pc:docMk/>
          <pc:sldMk cId="1180902785" sldId="319"/>
        </pc:sldMkLst>
        <pc:spChg chg="mod">
          <ac:chgData name="Mai Xuan Trang" userId="f3c332be-9d36-4c2c-a25a-1b5a64c76b56" providerId="ADAL" clId="{2F8BF983-8823-6F49-8DBD-F9A318B879C2}" dt="2024-12-20T17:23:43.378" v="1285" actId="2711"/>
          <ac:spMkLst>
            <pc:docMk/>
            <pc:sldMk cId="1180902785" sldId="319"/>
            <ac:spMk id="2" creationId="{E332C4B9-29DC-444F-B0C6-CF540AD690CE}"/>
          </ac:spMkLst>
        </pc:spChg>
      </pc:sldChg>
      <pc:sldChg chg="modSp mod">
        <pc:chgData name="Mai Xuan Trang" userId="f3c332be-9d36-4c2c-a25a-1b5a64c76b56" providerId="ADAL" clId="{2F8BF983-8823-6F49-8DBD-F9A318B879C2}" dt="2024-12-20T17:35:08.881" v="1398" actId="2711"/>
        <pc:sldMkLst>
          <pc:docMk/>
          <pc:sldMk cId="2995186404" sldId="410"/>
        </pc:sldMkLst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6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9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2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3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5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7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8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19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20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27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28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29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30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32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33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3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36" creationId="{1F17E50E-B8A0-47F2-827B-5B58BC24DB8F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44" creationId="{00000000-0000-0000-0000-000000000000}"/>
          </ac:spMkLst>
        </pc:spChg>
        <pc:spChg chg="mod">
          <ac:chgData name="Mai Xuan Trang" userId="f3c332be-9d36-4c2c-a25a-1b5a64c76b56" providerId="ADAL" clId="{2F8BF983-8823-6F49-8DBD-F9A318B879C2}" dt="2024-12-20T17:35:08.881" v="1398" actId="2711"/>
          <ac:spMkLst>
            <pc:docMk/>
            <pc:sldMk cId="2995186404" sldId="410"/>
            <ac:spMk id="47" creationId="{B3B25E34-8ABE-4D0C-9A57-89485104BAD1}"/>
          </ac:spMkLst>
        </pc:spChg>
      </pc:sldChg>
      <pc:sldChg chg="modSp mod">
        <pc:chgData name="Mai Xuan Trang" userId="f3c332be-9d36-4c2c-a25a-1b5a64c76b56" providerId="ADAL" clId="{2F8BF983-8823-6F49-8DBD-F9A318B879C2}" dt="2024-12-20T17:34:50.156" v="1396" actId="2711"/>
        <pc:sldMkLst>
          <pc:docMk/>
          <pc:sldMk cId="456582672" sldId="428"/>
        </pc:sldMkLst>
        <pc:spChg chg="mod">
          <ac:chgData name="Mai Xuan Trang" userId="f3c332be-9d36-4c2c-a25a-1b5a64c76b56" providerId="ADAL" clId="{2F8BF983-8823-6F49-8DBD-F9A318B879C2}" dt="2024-12-20T17:34:50.156" v="1396" actId="2711"/>
          <ac:spMkLst>
            <pc:docMk/>
            <pc:sldMk cId="456582672" sldId="428"/>
            <ac:spMk id="2" creationId="{822EDCC7-833C-1B46-A9DB-AEC928BC083D}"/>
          </ac:spMkLst>
        </pc:spChg>
        <pc:spChg chg="mod">
          <ac:chgData name="Mai Xuan Trang" userId="f3c332be-9d36-4c2c-a25a-1b5a64c76b56" providerId="ADAL" clId="{2F8BF983-8823-6F49-8DBD-F9A318B879C2}" dt="2024-12-20T17:34:50.156" v="1396" actId="2711"/>
          <ac:spMkLst>
            <pc:docMk/>
            <pc:sldMk cId="456582672" sldId="428"/>
            <ac:spMk id="3" creationId="{C94E5352-E09E-4F4A-AF39-174135EAE90D}"/>
          </ac:spMkLst>
        </pc:spChg>
        <pc:spChg chg="mod">
          <ac:chgData name="Mai Xuan Trang" userId="f3c332be-9d36-4c2c-a25a-1b5a64c76b56" providerId="ADAL" clId="{2F8BF983-8823-6F49-8DBD-F9A318B879C2}" dt="2024-12-20T17:34:50.156" v="1396" actId="2711"/>
          <ac:spMkLst>
            <pc:docMk/>
            <pc:sldMk cId="456582672" sldId="428"/>
            <ac:spMk id="4" creationId="{9D2A76AF-4F39-7941-9BDD-7AEF9CD8D09D}"/>
          </ac:spMkLst>
        </pc:spChg>
        <pc:spChg chg="mod">
          <ac:chgData name="Mai Xuan Trang" userId="f3c332be-9d36-4c2c-a25a-1b5a64c76b56" providerId="ADAL" clId="{2F8BF983-8823-6F49-8DBD-F9A318B879C2}" dt="2024-12-20T17:34:50.156" v="1396" actId="2711"/>
          <ac:spMkLst>
            <pc:docMk/>
            <pc:sldMk cId="456582672" sldId="428"/>
            <ac:spMk id="5" creationId="{C9FE59A7-2B41-E745-B713-3E60E1D314F8}"/>
          </ac:spMkLst>
        </pc:spChg>
        <pc:spChg chg="mod">
          <ac:chgData name="Mai Xuan Trang" userId="f3c332be-9d36-4c2c-a25a-1b5a64c76b56" providerId="ADAL" clId="{2F8BF983-8823-6F49-8DBD-F9A318B879C2}" dt="2024-12-20T17:34:50.156" v="1396" actId="2711"/>
          <ac:spMkLst>
            <pc:docMk/>
            <pc:sldMk cId="456582672" sldId="428"/>
            <ac:spMk id="6" creationId="{963662B6-1B3F-3D43-82B4-038976BF0367}"/>
          </ac:spMkLst>
        </pc:spChg>
        <pc:spChg chg="mod">
          <ac:chgData name="Mai Xuan Trang" userId="f3c332be-9d36-4c2c-a25a-1b5a64c76b56" providerId="ADAL" clId="{2F8BF983-8823-6F49-8DBD-F9A318B879C2}" dt="2024-12-20T17:34:50.156" v="1396" actId="2711"/>
          <ac:spMkLst>
            <pc:docMk/>
            <pc:sldMk cId="456582672" sldId="428"/>
            <ac:spMk id="7" creationId="{A7D40D5D-1713-7B40-B380-62C8FA2F31C4}"/>
          </ac:spMkLst>
        </pc:spChg>
      </pc:sldChg>
      <pc:sldChg chg="del">
        <pc:chgData name="Mai Xuan Trang" userId="f3c332be-9d36-4c2c-a25a-1b5a64c76b56" providerId="ADAL" clId="{2F8BF983-8823-6F49-8DBD-F9A318B879C2}" dt="2024-12-20T17:20:45.598" v="1259" actId="2696"/>
        <pc:sldMkLst>
          <pc:docMk/>
          <pc:sldMk cId="2724904428" sldId="430"/>
        </pc:sldMkLst>
      </pc:sldChg>
      <pc:sldChg chg="del">
        <pc:chgData name="Mai Xuan Trang" userId="f3c332be-9d36-4c2c-a25a-1b5a64c76b56" providerId="ADAL" clId="{2F8BF983-8823-6F49-8DBD-F9A318B879C2}" dt="2024-12-20T17:20:45.592" v="1257" actId="2696"/>
        <pc:sldMkLst>
          <pc:docMk/>
          <pc:sldMk cId="3576457325" sldId="431"/>
        </pc:sldMkLst>
      </pc:sldChg>
      <pc:sldChg chg="del">
        <pc:chgData name="Mai Xuan Trang" userId="f3c332be-9d36-4c2c-a25a-1b5a64c76b56" providerId="ADAL" clId="{2F8BF983-8823-6F49-8DBD-F9A318B879C2}" dt="2024-12-20T17:20:45.587" v="1253" actId="2696"/>
        <pc:sldMkLst>
          <pc:docMk/>
          <pc:sldMk cId="166584026" sldId="432"/>
        </pc:sldMkLst>
      </pc:sldChg>
      <pc:sldChg chg="del">
        <pc:chgData name="Mai Xuan Trang" userId="f3c332be-9d36-4c2c-a25a-1b5a64c76b56" providerId="ADAL" clId="{2F8BF983-8823-6F49-8DBD-F9A318B879C2}" dt="2024-12-20T17:20:45.590" v="1255" actId="2696"/>
        <pc:sldMkLst>
          <pc:docMk/>
          <pc:sldMk cId="1543133241" sldId="433"/>
        </pc:sldMkLst>
      </pc:sldChg>
      <pc:sldChg chg="modSp add mod">
        <pc:chgData name="Mai Xuan Trang" userId="f3c332be-9d36-4c2c-a25a-1b5a64c76b56" providerId="ADAL" clId="{2F8BF983-8823-6F49-8DBD-F9A318B879C2}" dt="2024-12-20T17:31:31.783" v="1365" actId="1036"/>
        <pc:sldMkLst>
          <pc:docMk/>
          <pc:sldMk cId="3360836473" sldId="440"/>
        </pc:sldMkLst>
        <pc:spChg chg="mod">
          <ac:chgData name="Mai Xuan Trang" userId="f3c332be-9d36-4c2c-a25a-1b5a64c76b56" providerId="ADAL" clId="{2F8BF983-8823-6F49-8DBD-F9A318B879C2}" dt="2024-12-20T17:31:27.918" v="1362" actId="2711"/>
          <ac:spMkLst>
            <pc:docMk/>
            <pc:sldMk cId="3360836473" sldId="440"/>
            <ac:spMk id="2" creationId="{0215F440-D8F8-D945-A43F-CBB3240A9C0E}"/>
          </ac:spMkLst>
        </pc:spChg>
        <pc:spChg chg="mod">
          <ac:chgData name="Mai Xuan Trang" userId="f3c332be-9d36-4c2c-a25a-1b5a64c76b56" providerId="ADAL" clId="{2F8BF983-8823-6F49-8DBD-F9A318B879C2}" dt="2024-12-20T17:31:27.918" v="1362" actId="2711"/>
          <ac:spMkLst>
            <pc:docMk/>
            <pc:sldMk cId="3360836473" sldId="440"/>
            <ac:spMk id="3" creationId="{C5206EDE-27DA-3542-A57C-A55C5E907685}"/>
          </ac:spMkLst>
        </pc:spChg>
        <pc:spChg chg="mod">
          <ac:chgData name="Mai Xuan Trang" userId="f3c332be-9d36-4c2c-a25a-1b5a64c76b56" providerId="ADAL" clId="{2F8BF983-8823-6F49-8DBD-F9A318B879C2}" dt="2024-12-20T17:31:27.918" v="1362" actId="2711"/>
          <ac:spMkLst>
            <pc:docMk/>
            <pc:sldMk cId="3360836473" sldId="440"/>
            <ac:spMk id="4" creationId="{6E066FB5-E899-F44E-9790-D7DCFB399229}"/>
          </ac:spMkLst>
        </pc:spChg>
        <pc:spChg chg="mod">
          <ac:chgData name="Mai Xuan Trang" userId="f3c332be-9d36-4c2c-a25a-1b5a64c76b56" providerId="ADAL" clId="{2F8BF983-8823-6F49-8DBD-F9A318B879C2}" dt="2024-12-20T17:31:27.918" v="1362" actId="2711"/>
          <ac:spMkLst>
            <pc:docMk/>
            <pc:sldMk cId="3360836473" sldId="440"/>
            <ac:spMk id="5" creationId="{365B20E5-B84D-A947-80AE-6968A665D0C9}"/>
          </ac:spMkLst>
        </pc:spChg>
        <pc:spChg chg="mod">
          <ac:chgData name="Mai Xuan Trang" userId="f3c332be-9d36-4c2c-a25a-1b5a64c76b56" providerId="ADAL" clId="{2F8BF983-8823-6F49-8DBD-F9A318B879C2}" dt="2024-12-20T17:31:27.918" v="1362" actId="2711"/>
          <ac:spMkLst>
            <pc:docMk/>
            <pc:sldMk cId="3360836473" sldId="440"/>
            <ac:spMk id="6" creationId="{2F2930C1-F4E6-6146-9ACC-55842C1ACC97}"/>
          </ac:spMkLst>
        </pc:spChg>
        <pc:picChg chg="mod">
          <ac:chgData name="Mai Xuan Trang" userId="f3c332be-9d36-4c2c-a25a-1b5a64c76b56" providerId="ADAL" clId="{2F8BF983-8823-6F49-8DBD-F9A318B879C2}" dt="2024-12-20T17:31:31.783" v="1365" actId="1036"/>
          <ac:picMkLst>
            <pc:docMk/>
            <pc:sldMk cId="3360836473" sldId="440"/>
            <ac:picMk id="7" creationId="{85F32B79-8982-2F43-87DD-11313D28E570}"/>
          </ac:picMkLst>
        </pc:picChg>
      </pc:sldChg>
      <pc:sldChg chg="modSp add mod">
        <pc:chgData name="Mai Xuan Trang" userId="f3c332be-9d36-4c2c-a25a-1b5a64c76b56" providerId="ADAL" clId="{2F8BF983-8823-6F49-8DBD-F9A318B879C2}" dt="2024-12-20T17:31:41.806" v="1367" actId="1036"/>
        <pc:sldMkLst>
          <pc:docMk/>
          <pc:sldMk cId="1608247147" sldId="446"/>
        </pc:sldMkLst>
        <pc:spChg chg="mod">
          <ac:chgData name="Mai Xuan Trang" userId="f3c332be-9d36-4c2c-a25a-1b5a64c76b56" providerId="ADAL" clId="{2F8BF983-8823-6F49-8DBD-F9A318B879C2}" dt="2024-12-20T17:31:38.273" v="1366" actId="2711"/>
          <ac:spMkLst>
            <pc:docMk/>
            <pc:sldMk cId="1608247147" sldId="446"/>
            <ac:spMk id="2" creationId="{0215F440-D8F8-D945-A43F-CBB3240A9C0E}"/>
          </ac:spMkLst>
        </pc:spChg>
        <pc:spChg chg="mod">
          <ac:chgData name="Mai Xuan Trang" userId="f3c332be-9d36-4c2c-a25a-1b5a64c76b56" providerId="ADAL" clId="{2F8BF983-8823-6F49-8DBD-F9A318B879C2}" dt="2024-12-20T17:31:38.273" v="1366" actId="2711"/>
          <ac:spMkLst>
            <pc:docMk/>
            <pc:sldMk cId="1608247147" sldId="446"/>
            <ac:spMk id="3" creationId="{C5206EDE-27DA-3542-A57C-A55C5E907685}"/>
          </ac:spMkLst>
        </pc:spChg>
        <pc:spChg chg="mod">
          <ac:chgData name="Mai Xuan Trang" userId="f3c332be-9d36-4c2c-a25a-1b5a64c76b56" providerId="ADAL" clId="{2F8BF983-8823-6F49-8DBD-F9A318B879C2}" dt="2024-12-20T17:31:38.273" v="1366" actId="2711"/>
          <ac:spMkLst>
            <pc:docMk/>
            <pc:sldMk cId="1608247147" sldId="446"/>
            <ac:spMk id="4" creationId="{6E066FB5-E899-F44E-9790-D7DCFB399229}"/>
          </ac:spMkLst>
        </pc:spChg>
        <pc:spChg chg="mod">
          <ac:chgData name="Mai Xuan Trang" userId="f3c332be-9d36-4c2c-a25a-1b5a64c76b56" providerId="ADAL" clId="{2F8BF983-8823-6F49-8DBD-F9A318B879C2}" dt="2024-12-20T17:31:38.273" v="1366" actId="2711"/>
          <ac:spMkLst>
            <pc:docMk/>
            <pc:sldMk cId="1608247147" sldId="446"/>
            <ac:spMk id="5" creationId="{365B20E5-B84D-A947-80AE-6968A665D0C9}"/>
          </ac:spMkLst>
        </pc:spChg>
        <pc:spChg chg="mod">
          <ac:chgData name="Mai Xuan Trang" userId="f3c332be-9d36-4c2c-a25a-1b5a64c76b56" providerId="ADAL" clId="{2F8BF983-8823-6F49-8DBD-F9A318B879C2}" dt="2024-12-20T17:31:38.273" v="1366" actId="2711"/>
          <ac:spMkLst>
            <pc:docMk/>
            <pc:sldMk cId="1608247147" sldId="446"/>
            <ac:spMk id="6" creationId="{2F2930C1-F4E6-6146-9ACC-55842C1ACC97}"/>
          </ac:spMkLst>
        </pc:spChg>
        <pc:picChg chg="mod">
          <ac:chgData name="Mai Xuan Trang" userId="f3c332be-9d36-4c2c-a25a-1b5a64c76b56" providerId="ADAL" clId="{2F8BF983-8823-6F49-8DBD-F9A318B879C2}" dt="2024-12-20T17:31:41.806" v="1367" actId="1036"/>
          <ac:picMkLst>
            <pc:docMk/>
            <pc:sldMk cId="1608247147" sldId="446"/>
            <ac:picMk id="8" creationId="{ACEBAC2D-E0E3-9A48-BE11-266812EF9A54}"/>
          </ac:picMkLst>
        </pc:picChg>
      </pc:sldChg>
      <pc:sldChg chg="modSp add mod">
        <pc:chgData name="Mai Xuan Trang" userId="f3c332be-9d36-4c2c-a25a-1b5a64c76b56" providerId="ADAL" clId="{2F8BF983-8823-6F49-8DBD-F9A318B879C2}" dt="2024-12-20T17:31:52.749" v="1370" actId="1036"/>
        <pc:sldMkLst>
          <pc:docMk/>
          <pc:sldMk cId="2912124456" sldId="447"/>
        </pc:sldMkLst>
        <pc:spChg chg="mod">
          <ac:chgData name="Mai Xuan Trang" userId="f3c332be-9d36-4c2c-a25a-1b5a64c76b56" providerId="ADAL" clId="{2F8BF983-8823-6F49-8DBD-F9A318B879C2}" dt="2024-12-20T17:31:49.201" v="1368" actId="2711"/>
          <ac:spMkLst>
            <pc:docMk/>
            <pc:sldMk cId="2912124456" sldId="447"/>
            <ac:spMk id="2" creationId="{0215F440-D8F8-D945-A43F-CBB3240A9C0E}"/>
          </ac:spMkLst>
        </pc:spChg>
        <pc:spChg chg="mod">
          <ac:chgData name="Mai Xuan Trang" userId="f3c332be-9d36-4c2c-a25a-1b5a64c76b56" providerId="ADAL" clId="{2F8BF983-8823-6F49-8DBD-F9A318B879C2}" dt="2024-12-20T17:31:49.201" v="1368" actId="2711"/>
          <ac:spMkLst>
            <pc:docMk/>
            <pc:sldMk cId="2912124456" sldId="447"/>
            <ac:spMk id="3" creationId="{C5206EDE-27DA-3542-A57C-A55C5E907685}"/>
          </ac:spMkLst>
        </pc:spChg>
        <pc:spChg chg="mod">
          <ac:chgData name="Mai Xuan Trang" userId="f3c332be-9d36-4c2c-a25a-1b5a64c76b56" providerId="ADAL" clId="{2F8BF983-8823-6F49-8DBD-F9A318B879C2}" dt="2024-12-20T17:31:49.201" v="1368" actId="2711"/>
          <ac:spMkLst>
            <pc:docMk/>
            <pc:sldMk cId="2912124456" sldId="447"/>
            <ac:spMk id="4" creationId="{6E066FB5-E899-F44E-9790-D7DCFB399229}"/>
          </ac:spMkLst>
        </pc:spChg>
        <pc:spChg chg="mod">
          <ac:chgData name="Mai Xuan Trang" userId="f3c332be-9d36-4c2c-a25a-1b5a64c76b56" providerId="ADAL" clId="{2F8BF983-8823-6F49-8DBD-F9A318B879C2}" dt="2024-12-20T17:31:49.201" v="1368" actId="2711"/>
          <ac:spMkLst>
            <pc:docMk/>
            <pc:sldMk cId="2912124456" sldId="447"/>
            <ac:spMk id="5" creationId="{365B20E5-B84D-A947-80AE-6968A665D0C9}"/>
          </ac:spMkLst>
        </pc:spChg>
        <pc:spChg chg="mod">
          <ac:chgData name="Mai Xuan Trang" userId="f3c332be-9d36-4c2c-a25a-1b5a64c76b56" providerId="ADAL" clId="{2F8BF983-8823-6F49-8DBD-F9A318B879C2}" dt="2024-12-20T17:31:49.201" v="1368" actId="2711"/>
          <ac:spMkLst>
            <pc:docMk/>
            <pc:sldMk cId="2912124456" sldId="447"/>
            <ac:spMk id="6" creationId="{2F2930C1-F4E6-6146-9ACC-55842C1ACC97}"/>
          </ac:spMkLst>
        </pc:spChg>
        <pc:picChg chg="mod">
          <ac:chgData name="Mai Xuan Trang" userId="f3c332be-9d36-4c2c-a25a-1b5a64c76b56" providerId="ADAL" clId="{2F8BF983-8823-6F49-8DBD-F9A318B879C2}" dt="2024-12-20T17:31:52.749" v="1370" actId="1036"/>
          <ac:picMkLst>
            <pc:docMk/>
            <pc:sldMk cId="2912124456" sldId="447"/>
            <ac:picMk id="7" creationId="{8BA22EB9-C692-2E47-991B-53D15C9E5806}"/>
          </ac:picMkLst>
        </pc:picChg>
      </pc:sldChg>
      <pc:sldChg chg="modSp">
        <pc:chgData name="Mai Xuan Trang" userId="f3c332be-9d36-4c2c-a25a-1b5a64c76b56" providerId="ADAL" clId="{2F8BF983-8823-6F49-8DBD-F9A318B879C2}" dt="2024-12-20T17:34:59.954" v="1397" actId="2711"/>
        <pc:sldMkLst>
          <pc:docMk/>
          <pc:sldMk cId="679158129" sldId="450"/>
        </pc:sldMkLst>
        <pc:spChg chg="mod">
          <ac:chgData name="Mai Xuan Trang" userId="f3c332be-9d36-4c2c-a25a-1b5a64c76b56" providerId="ADAL" clId="{2F8BF983-8823-6F49-8DBD-F9A318B879C2}" dt="2024-12-20T17:34:59.954" v="1397" actId="2711"/>
          <ac:spMkLst>
            <pc:docMk/>
            <pc:sldMk cId="679158129" sldId="450"/>
            <ac:spMk id="2" creationId="{17343770-DAF8-D3DC-5B82-B9C628090FDD}"/>
          </ac:spMkLst>
        </pc:spChg>
        <pc:spChg chg="mod">
          <ac:chgData name="Mai Xuan Trang" userId="f3c332be-9d36-4c2c-a25a-1b5a64c76b56" providerId="ADAL" clId="{2F8BF983-8823-6F49-8DBD-F9A318B879C2}" dt="2024-12-20T17:34:59.954" v="1397" actId="2711"/>
          <ac:spMkLst>
            <pc:docMk/>
            <pc:sldMk cId="679158129" sldId="450"/>
            <ac:spMk id="4" creationId="{8716198F-884B-2FAB-8801-029D89654411}"/>
          </ac:spMkLst>
        </pc:spChg>
        <pc:spChg chg="mod">
          <ac:chgData name="Mai Xuan Trang" userId="f3c332be-9d36-4c2c-a25a-1b5a64c76b56" providerId="ADAL" clId="{2F8BF983-8823-6F49-8DBD-F9A318B879C2}" dt="2024-12-20T17:34:59.954" v="1397" actId="2711"/>
          <ac:spMkLst>
            <pc:docMk/>
            <pc:sldMk cId="679158129" sldId="450"/>
            <ac:spMk id="44" creationId="{996F568B-C82B-0ABD-49C7-F820B79362F3}"/>
          </ac:spMkLst>
        </pc:sp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" creationId="{C9E7E26D-B2EA-98D1-9DF0-3DF943D24DA0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22" creationId="{32CAD98F-368D-C667-9E0E-9D408AC7B658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23" creationId="{627131F6-311F-5197-CC7C-B148B9227E9E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24" creationId="{550A2C59-AD8F-A5DB-C723-0D1C1792A970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25" creationId="{583BED23-70D4-9E1C-9787-A759C310AC0A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28" creationId="{D02B50CA-A71E-875C-BB68-0EA284B5D1BD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30" creationId="{8CA46EFA-8640-D242-1DD0-748AC481268A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32" creationId="{ACF759E2-E838-693A-65F9-9DED9D9F2144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34" creationId="{64190A25-5571-989C-90EE-3A4105C5F5D3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36" creationId="{EEC165BA-54B9-1693-41F6-3E73A9C89EFA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38" creationId="{4798E4BC-D462-ECBC-5E3C-2B6432EC51CE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40" creationId="{D070186C-E3B7-BF98-30CB-7E4E56E6E663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42" creationId="{A57EA983-D9AA-B534-DD34-CECA6A96503B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50" creationId="{40AE2947-D11A-4D9A-1B3F-E00F20A8A053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54" creationId="{2B35F71B-1605-9F34-1D1A-F118E8A82405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56" creationId="{6B2385CC-8E33-CE72-0FAF-E914A51CE8D4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60" creationId="{D3C5337C-93EE-2448-36FF-3806FCC6A1EB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64" creationId="{A021E18D-CC56-592C-5F12-22EA02A4EA75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66" creationId="{EF4DEDFA-A821-0D36-BB4B-95B67CCDA518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68" creationId="{79F1CCF3-870C-6097-7649-197B59E659D4}"/>
          </ac:picMkLst>
        </pc:picChg>
        <pc:picChg chg="mod">
          <ac:chgData name="Mai Xuan Trang" userId="f3c332be-9d36-4c2c-a25a-1b5a64c76b56" providerId="ADAL" clId="{2F8BF983-8823-6F49-8DBD-F9A318B879C2}" dt="2024-12-20T17:34:59.954" v="1397" actId="2711"/>
          <ac:picMkLst>
            <pc:docMk/>
            <pc:sldMk cId="679158129" sldId="450"/>
            <ac:picMk id="1070" creationId="{44065D21-46EE-77D2-D893-57B9DBC950D4}"/>
          </ac:picMkLst>
        </pc:picChg>
      </pc:sldChg>
      <pc:sldChg chg="modSp mod">
        <pc:chgData name="Mai Xuan Trang" userId="f3c332be-9d36-4c2c-a25a-1b5a64c76b56" providerId="ADAL" clId="{2F8BF983-8823-6F49-8DBD-F9A318B879C2}" dt="2024-12-20T17:26:46.648" v="1306" actId="14100"/>
        <pc:sldMkLst>
          <pc:docMk/>
          <pc:sldMk cId="3915290342" sldId="451"/>
        </pc:sldMkLst>
        <pc:spChg chg="mod">
          <ac:chgData name="Mai Xuan Trang" userId="f3c332be-9d36-4c2c-a25a-1b5a64c76b56" providerId="ADAL" clId="{2F8BF983-8823-6F49-8DBD-F9A318B879C2}" dt="2024-12-20T17:26:46.648" v="1306" actId="14100"/>
          <ac:spMkLst>
            <pc:docMk/>
            <pc:sldMk cId="3915290342" sldId="451"/>
            <ac:spMk id="2" creationId="{3E7C81F2-81EA-FF67-07AE-CBA79494D488}"/>
          </ac:spMkLst>
        </pc:spChg>
      </pc:sldChg>
      <pc:sldChg chg="modSp mod">
        <pc:chgData name="Mai Xuan Trang" userId="f3c332be-9d36-4c2c-a25a-1b5a64c76b56" providerId="ADAL" clId="{2F8BF983-8823-6F49-8DBD-F9A318B879C2}" dt="2024-12-20T17:26:54.013" v="1307" actId="2711"/>
        <pc:sldMkLst>
          <pc:docMk/>
          <pc:sldMk cId="696482505" sldId="452"/>
        </pc:sldMkLst>
        <pc:spChg chg="mod">
          <ac:chgData name="Mai Xuan Trang" userId="f3c332be-9d36-4c2c-a25a-1b5a64c76b56" providerId="ADAL" clId="{2F8BF983-8823-6F49-8DBD-F9A318B879C2}" dt="2024-12-20T17:26:54.013" v="1307" actId="2711"/>
          <ac:spMkLst>
            <pc:docMk/>
            <pc:sldMk cId="696482505" sldId="452"/>
            <ac:spMk id="2" creationId="{1885B57A-670F-9C16-B073-A599BC6727A0}"/>
          </ac:spMkLst>
        </pc:spChg>
        <pc:spChg chg="mod">
          <ac:chgData name="Mai Xuan Trang" userId="f3c332be-9d36-4c2c-a25a-1b5a64c76b56" providerId="ADAL" clId="{2F8BF983-8823-6F49-8DBD-F9A318B879C2}" dt="2024-12-20T17:26:54.013" v="1307" actId="2711"/>
          <ac:spMkLst>
            <pc:docMk/>
            <pc:sldMk cId="696482505" sldId="452"/>
            <ac:spMk id="3" creationId="{52CB36D2-9A87-C4F2-740D-A2683E3C67F2}"/>
          </ac:spMkLst>
        </pc:spChg>
        <pc:spChg chg="mod">
          <ac:chgData name="Mai Xuan Trang" userId="f3c332be-9d36-4c2c-a25a-1b5a64c76b56" providerId="ADAL" clId="{2F8BF983-8823-6F49-8DBD-F9A318B879C2}" dt="2024-12-20T17:26:54.013" v="1307" actId="2711"/>
          <ac:spMkLst>
            <pc:docMk/>
            <pc:sldMk cId="696482505" sldId="452"/>
            <ac:spMk id="4" creationId="{E3598616-ED5A-32B1-EBD2-2C2965291401}"/>
          </ac:spMkLst>
        </pc:spChg>
        <pc:spChg chg="mod">
          <ac:chgData name="Mai Xuan Trang" userId="f3c332be-9d36-4c2c-a25a-1b5a64c76b56" providerId="ADAL" clId="{2F8BF983-8823-6F49-8DBD-F9A318B879C2}" dt="2024-12-20T17:26:54.013" v="1307" actId="2711"/>
          <ac:spMkLst>
            <pc:docMk/>
            <pc:sldMk cId="696482505" sldId="452"/>
            <ac:spMk id="5" creationId="{12788775-4190-33C9-AEF7-CB6E39E9D210}"/>
          </ac:spMkLst>
        </pc:spChg>
        <pc:spChg chg="mod">
          <ac:chgData name="Mai Xuan Trang" userId="f3c332be-9d36-4c2c-a25a-1b5a64c76b56" providerId="ADAL" clId="{2F8BF983-8823-6F49-8DBD-F9A318B879C2}" dt="2024-12-20T17:26:54.013" v="1307" actId="2711"/>
          <ac:spMkLst>
            <pc:docMk/>
            <pc:sldMk cId="696482505" sldId="452"/>
            <ac:spMk id="9" creationId="{3B22DCFA-972A-2EB8-B98F-E05730B3FF7F}"/>
          </ac:spMkLst>
        </pc:spChg>
      </pc:sldChg>
      <pc:sldChg chg="modSp add del mod">
        <pc:chgData name="Mai Xuan Trang" userId="f3c332be-9d36-4c2c-a25a-1b5a64c76b56" providerId="ADAL" clId="{2F8BF983-8823-6F49-8DBD-F9A318B879C2}" dt="2024-12-20T17:27:02.572" v="1308" actId="2711"/>
        <pc:sldMkLst>
          <pc:docMk/>
          <pc:sldMk cId="717456139" sldId="453"/>
        </pc:sldMkLst>
        <pc:spChg chg="mod">
          <ac:chgData name="Mai Xuan Trang" userId="f3c332be-9d36-4c2c-a25a-1b5a64c76b56" providerId="ADAL" clId="{2F8BF983-8823-6F49-8DBD-F9A318B879C2}" dt="2024-12-20T17:27:02.572" v="1308" actId="2711"/>
          <ac:spMkLst>
            <pc:docMk/>
            <pc:sldMk cId="717456139" sldId="453"/>
            <ac:spMk id="2" creationId="{E9CC1B60-FEA2-7543-0C09-6DEF6CCA97F2}"/>
          </ac:spMkLst>
        </pc:spChg>
        <pc:spChg chg="mod">
          <ac:chgData name="Mai Xuan Trang" userId="f3c332be-9d36-4c2c-a25a-1b5a64c76b56" providerId="ADAL" clId="{2F8BF983-8823-6F49-8DBD-F9A318B879C2}" dt="2024-12-20T17:27:02.572" v="1308" actId="2711"/>
          <ac:spMkLst>
            <pc:docMk/>
            <pc:sldMk cId="717456139" sldId="453"/>
            <ac:spMk id="3" creationId="{77C9F4E4-FFD0-9EB4-1418-56DA24D5D773}"/>
          </ac:spMkLst>
        </pc:spChg>
        <pc:spChg chg="mod">
          <ac:chgData name="Mai Xuan Trang" userId="f3c332be-9d36-4c2c-a25a-1b5a64c76b56" providerId="ADAL" clId="{2F8BF983-8823-6F49-8DBD-F9A318B879C2}" dt="2024-12-20T17:27:02.572" v="1308" actId="2711"/>
          <ac:spMkLst>
            <pc:docMk/>
            <pc:sldMk cId="717456139" sldId="453"/>
            <ac:spMk id="4" creationId="{63303537-CC5F-FFB6-2217-E0E825F5A2A7}"/>
          </ac:spMkLst>
        </pc:spChg>
        <pc:spChg chg="mod">
          <ac:chgData name="Mai Xuan Trang" userId="f3c332be-9d36-4c2c-a25a-1b5a64c76b56" providerId="ADAL" clId="{2F8BF983-8823-6F49-8DBD-F9A318B879C2}" dt="2024-12-20T17:27:02.572" v="1308" actId="2711"/>
          <ac:spMkLst>
            <pc:docMk/>
            <pc:sldMk cId="717456139" sldId="453"/>
            <ac:spMk id="5" creationId="{3903CE54-E1DB-AC6B-DD65-89DE10A9C690}"/>
          </ac:spMkLst>
        </pc:spChg>
        <pc:spChg chg="mod">
          <ac:chgData name="Mai Xuan Trang" userId="f3c332be-9d36-4c2c-a25a-1b5a64c76b56" providerId="ADAL" clId="{2F8BF983-8823-6F49-8DBD-F9A318B879C2}" dt="2024-12-20T17:27:02.572" v="1308" actId="2711"/>
          <ac:spMkLst>
            <pc:docMk/>
            <pc:sldMk cId="717456139" sldId="453"/>
            <ac:spMk id="10" creationId="{8C7EBE9D-5D0E-CD0D-6CF2-313CE4C8A02F}"/>
          </ac:spMkLst>
        </pc:spChg>
      </pc:sldChg>
      <pc:sldChg chg="add del">
        <pc:chgData name="Mai Xuan Trang" userId="f3c332be-9d36-4c2c-a25a-1b5a64c76b56" providerId="ADAL" clId="{2F8BF983-8823-6F49-8DBD-F9A318B879C2}" dt="2024-12-20T17:17:46.195" v="1107" actId="2696"/>
        <pc:sldMkLst>
          <pc:docMk/>
          <pc:sldMk cId="3533705896" sldId="454"/>
        </pc:sldMkLst>
      </pc:sldChg>
      <pc:sldChg chg="del">
        <pc:chgData name="Mai Xuan Trang" userId="f3c332be-9d36-4c2c-a25a-1b5a64c76b56" providerId="ADAL" clId="{2F8BF983-8823-6F49-8DBD-F9A318B879C2}" dt="2024-12-20T17:20:45.583" v="1251" actId="2696"/>
        <pc:sldMkLst>
          <pc:docMk/>
          <pc:sldMk cId="4138894543" sldId="455"/>
        </pc:sldMkLst>
      </pc:sldChg>
      <pc:sldChg chg="del">
        <pc:chgData name="Mai Xuan Trang" userId="f3c332be-9d36-4c2c-a25a-1b5a64c76b56" providerId="ADAL" clId="{2F8BF983-8823-6F49-8DBD-F9A318B879C2}" dt="2024-12-20T16:58:47.478" v="710" actId="2696"/>
        <pc:sldMkLst>
          <pc:docMk/>
          <pc:sldMk cId="1552533713" sldId="456"/>
        </pc:sldMkLst>
      </pc:sldChg>
      <pc:sldChg chg="modSp add mod">
        <pc:chgData name="Mai Xuan Trang" userId="f3c332be-9d36-4c2c-a25a-1b5a64c76b56" providerId="ADAL" clId="{2F8BF983-8823-6F49-8DBD-F9A318B879C2}" dt="2024-12-20T17:24:14.511" v="1289" actId="2711"/>
        <pc:sldMkLst>
          <pc:docMk/>
          <pc:sldMk cId="3690284489" sldId="456"/>
        </pc:sldMkLst>
        <pc:spChg chg="mod">
          <ac:chgData name="Mai Xuan Trang" userId="f3c332be-9d36-4c2c-a25a-1b5a64c76b56" providerId="ADAL" clId="{2F8BF983-8823-6F49-8DBD-F9A318B879C2}" dt="2024-12-20T17:24:14.511" v="1289" actId="2711"/>
          <ac:spMkLst>
            <pc:docMk/>
            <pc:sldMk cId="3690284489" sldId="456"/>
            <ac:spMk id="2" creationId="{55ED4FC3-BB71-1995-EAD2-1A597254EA2C}"/>
          </ac:spMkLst>
        </pc:spChg>
      </pc:sldChg>
      <pc:sldChg chg="del">
        <pc:chgData name="Mai Xuan Trang" userId="f3c332be-9d36-4c2c-a25a-1b5a64c76b56" providerId="ADAL" clId="{2F8BF983-8823-6F49-8DBD-F9A318B879C2}" dt="2024-12-20T16:58:47.478" v="710" actId="2696"/>
        <pc:sldMkLst>
          <pc:docMk/>
          <pc:sldMk cId="1836871906" sldId="457"/>
        </pc:sldMkLst>
      </pc:sldChg>
      <pc:sldChg chg="modSp add mod">
        <pc:chgData name="Mai Xuan Trang" userId="f3c332be-9d36-4c2c-a25a-1b5a64c76b56" providerId="ADAL" clId="{2F8BF983-8823-6F49-8DBD-F9A318B879C2}" dt="2024-12-20T17:24:23.169" v="1290" actId="2711"/>
        <pc:sldMkLst>
          <pc:docMk/>
          <pc:sldMk cId="4064416042" sldId="457"/>
        </pc:sldMkLst>
        <pc:spChg chg="mod">
          <ac:chgData name="Mai Xuan Trang" userId="f3c332be-9d36-4c2c-a25a-1b5a64c76b56" providerId="ADAL" clId="{2F8BF983-8823-6F49-8DBD-F9A318B879C2}" dt="2024-12-20T17:24:23.169" v="1290" actId="2711"/>
          <ac:spMkLst>
            <pc:docMk/>
            <pc:sldMk cId="4064416042" sldId="457"/>
            <ac:spMk id="2" creationId="{233C7482-4414-350F-AD48-5967FBDBB1B7}"/>
          </ac:spMkLst>
        </pc:spChg>
        <pc:spChg chg="mod">
          <ac:chgData name="Mai Xuan Trang" userId="f3c332be-9d36-4c2c-a25a-1b5a64c76b56" providerId="ADAL" clId="{2F8BF983-8823-6F49-8DBD-F9A318B879C2}" dt="2024-12-20T17:24:23.169" v="1290" actId="2711"/>
          <ac:spMkLst>
            <pc:docMk/>
            <pc:sldMk cId="4064416042" sldId="457"/>
            <ac:spMk id="3" creationId="{96FA54D3-C1BC-C692-89E6-A105AE03EF54}"/>
          </ac:spMkLst>
        </pc:spChg>
        <pc:spChg chg="mod">
          <ac:chgData name="Mai Xuan Trang" userId="f3c332be-9d36-4c2c-a25a-1b5a64c76b56" providerId="ADAL" clId="{2F8BF983-8823-6F49-8DBD-F9A318B879C2}" dt="2024-12-20T17:24:23.169" v="1290" actId="2711"/>
          <ac:spMkLst>
            <pc:docMk/>
            <pc:sldMk cId="4064416042" sldId="457"/>
            <ac:spMk id="4" creationId="{3E8495C4-BD8E-FFF8-78A6-B6AD531F27EC}"/>
          </ac:spMkLst>
        </pc:spChg>
        <pc:spChg chg="mod">
          <ac:chgData name="Mai Xuan Trang" userId="f3c332be-9d36-4c2c-a25a-1b5a64c76b56" providerId="ADAL" clId="{2F8BF983-8823-6F49-8DBD-F9A318B879C2}" dt="2024-12-20T17:24:23.169" v="1290" actId="2711"/>
          <ac:spMkLst>
            <pc:docMk/>
            <pc:sldMk cId="4064416042" sldId="457"/>
            <ac:spMk id="5" creationId="{A90DB80D-C95B-9909-5379-368C1C2C4779}"/>
          </ac:spMkLst>
        </pc:spChg>
        <pc:spChg chg="mod">
          <ac:chgData name="Mai Xuan Trang" userId="f3c332be-9d36-4c2c-a25a-1b5a64c76b56" providerId="ADAL" clId="{2F8BF983-8823-6F49-8DBD-F9A318B879C2}" dt="2024-12-20T17:24:23.169" v="1290" actId="2711"/>
          <ac:spMkLst>
            <pc:docMk/>
            <pc:sldMk cId="4064416042" sldId="457"/>
            <ac:spMk id="9" creationId="{198F707A-DF72-6B35-ABC1-7DAE927D9F77}"/>
          </ac:spMkLst>
        </pc:spChg>
      </pc:sldChg>
      <pc:sldChg chg="modSp add mod">
        <pc:chgData name="Mai Xuan Trang" userId="f3c332be-9d36-4c2c-a25a-1b5a64c76b56" providerId="ADAL" clId="{2F8BF983-8823-6F49-8DBD-F9A318B879C2}" dt="2024-12-20T17:24:32.364" v="1291" actId="2711"/>
        <pc:sldMkLst>
          <pc:docMk/>
          <pc:sldMk cId="1575606410" sldId="458"/>
        </pc:sldMkLst>
        <pc:spChg chg="mod">
          <ac:chgData name="Mai Xuan Trang" userId="f3c332be-9d36-4c2c-a25a-1b5a64c76b56" providerId="ADAL" clId="{2F8BF983-8823-6F49-8DBD-F9A318B879C2}" dt="2024-12-20T17:24:32.364" v="1291" actId="2711"/>
          <ac:spMkLst>
            <pc:docMk/>
            <pc:sldMk cId="1575606410" sldId="458"/>
            <ac:spMk id="2" creationId="{8F997B09-1928-67D7-A4A5-88F82685D252}"/>
          </ac:spMkLst>
        </pc:spChg>
        <pc:spChg chg="mod">
          <ac:chgData name="Mai Xuan Trang" userId="f3c332be-9d36-4c2c-a25a-1b5a64c76b56" providerId="ADAL" clId="{2F8BF983-8823-6F49-8DBD-F9A318B879C2}" dt="2024-12-20T17:24:32.364" v="1291" actId="2711"/>
          <ac:spMkLst>
            <pc:docMk/>
            <pc:sldMk cId="1575606410" sldId="458"/>
            <ac:spMk id="3" creationId="{7C6B0588-8BCE-AFAE-5A7C-6F46E29D72BF}"/>
          </ac:spMkLst>
        </pc:spChg>
        <pc:spChg chg="mod">
          <ac:chgData name="Mai Xuan Trang" userId="f3c332be-9d36-4c2c-a25a-1b5a64c76b56" providerId="ADAL" clId="{2F8BF983-8823-6F49-8DBD-F9A318B879C2}" dt="2024-12-20T17:24:32.364" v="1291" actId="2711"/>
          <ac:spMkLst>
            <pc:docMk/>
            <pc:sldMk cId="1575606410" sldId="458"/>
            <ac:spMk id="4" creationId="{D760BDA0-A72D-DC11-E8F4-DE1C6A123367}"/>
          </ac:spMkLst>
        </pc:spChg>
        <pc:spChg chg="mod">
          <ac:chgData name="Mai Xuan Trang" userId="f3c332be-9d36-4c2c-a25a-1b5a64c76b56" providerId="ADAL" clId="{2F8BF983-8823-6F49-8DBD-F9A318B879C2}" dt="2024-12-20T17:24:32.364" v="1291" actId="2711"/>
          <ac:spMkLst>
            <pc:docMk/>
            <pc:sldMk cId="1575606410" sldId="458"/>
            <ac:spMk id="5" creationId="{3F4E64AA-C75B-8707-B02C-4C601B99F8A5}"/>
          </ac:spMkLst>
        </pc:spChg>
        <pc:spChg chg="mod">
          <ac:chgData name="Mai Xuan Trang" userId="f3c332be-9d36-4c2c-a25a-1b5a64c76b56" providerId="ADAL" clId="{2F8BF983-8823-6F49-8DBD-F9A318B879C2}" dt="2024-12-20T17:24:32.364" v="1291" actId="2711"/>
          <ac:spMkLst>
            <pc:docMk/>
            <pc:sldMk cId="1575606410" sldId="458"/>
            <ac:spMk id="10" creationId="{10CD3688-CDAF-011F-0ACA-110B89FCBD8A}"/>
          </ac:spMkLst>
        </pc:spChg>
      </pc:sldChg>
      <pc:sldChg chg="del">
        <pc:chgData name="Mai Xuan Trang" userId="f3c332be-9d36-4c2c-a25a-1b5a64c76b56" providerId="ADAL" clId="{2F8BF983-8823-6F49-8DBD-F9A318B879C2}" dt="2024-12-20T16:58:47.478" v="710" actId="2696"/>
        <pc:sldMkLst>
          <pc:docMk/>
          <pc:sldMk cId="2499872017" sldId="458"/>
        </pc:sldMkLst>
      </pc:sldChg>
      <pc:sldChg chg="addSp delSp modSp add mod">
        <pc:chgData name="Mai Xuan Trang" userId="f3c332be-9d36-4c2c-a25a-1b5a64c76b56" providerId="ADAL" clId="{2F8BF983-8823-6F49-8DBD-F9A318B879C2}" dt="2024-12-20T17:24:40.792" v="1292" actId="2711"/>
        <pc:sldMkLst>
          <pc:docMk/>
          <pc:sldMk cId="3530870816" sldId="459"/>
        </pc:sldMkLst>
        <pc:spChg chg="mod">
          <ac:chgData name="Mai Xuan Trang" userId="f3c332be-9d36-4c2c-a25a-1b5a64c76b56" providerId="ADAL" clId="{2F8BF983-8823-6F49-8DBD-F9A318B879C2}" dt="2024-12-20T17:24:40.792" v="1292" actId="2711"/>
          <ac:spMkLst>
            <pc:docMk/>
            <pc:sldMk cId="3530870816" sldId="459"/>
            <ac:spMk id="2" creationId="{4599495F-F099-660D-81B4-F613DB68EC83}"/>
          </ac:spMkLst>
        </pc:spChg>
        <pc:spChg chg="mod">
          <ac:chgData name="Mai Xuan Trang" userId="f3c332be-9d36-4c2c-a25a-1b5a64c76b56" providerId="ADAL" clId="{2F8BF983-8823-6F49-8DBD-F9A318B879C2}" dt="2024-12-20T17:24:40.792" v="1292" actId="2711"/>
          <ac:spMkLst>
            <pc:docMk/>
            <pc:sldMk cId="3530870816" sldId="459"/>
            <ac:spMk id="3" creationId="{549052C6-800D-E6FF-90A2-AFD2CC1E479B}"/>
          </ac:spMkLst>
        </pc:spChg>
        <pc:spChg chg="mod">
          <ac:chgData name="Mai Xuan Trang" userId="f3c332be-9d36-4c2c-a25a-1b5a64c76b56" providerId="ADAL" clId="{2F8BF983-8823-6F49-8DBD-F9A318B879C2}" dt="2024-12-20T17:24:40.792" v="1292" actId="2711"/>
          <ac:spMkLst>
            <pc:docMk/>
            <pc:sldMk cId="3530870816" sldId="459"/>
            <ac:spMk id="4" creationId="{73FA6390-152D-482D-5148-55DFC00C9B7E}"/>
          </ac:spMkLst>
        </pc:spChg>
        <pc:spChg chg="mod">
          <ac:chgData name="Mai Xuan Trang" userId="f3c332be-9d36-4c2c-a25a-1b5a64c76b56" providerId="ADAL" clId="{2F8BF983-8823-6F49-8DBD-F9A318B879C2}" dt="2024-12-20T17:24:40.792" v="1292" actId="2711"/>
          <ac:spMkLst>
            <pc:docMk/>
            <pc:sldMk cId="3530870816" sldId="459"/>
            <ac:spMk id="5" creationId="{8B9ED25D-A074-282F-F685-A177F615262E}"/>
          </ac:spMkLst>
        </pc:spChg>
        <pc:spChg chg="del mod">
          <ac:chgData name="Mai Xuan Trang" userId="f3c332be-9d36-4c2c-a25a-1b5a64c76b56" providerId="ADAL" clId="{2F8BF983-8823-6F49-8DBD-F9A318B879C2}" dt="2024-12-20T17:00:31.506" v="738" actId="478"/>
          <ac:spMkLst>
            <pc:docMk/>
            <pc:sldMk cId="3530870816" sldId="459"/>
            <ac:spMk id="9" creationId="{DCEBA2A2-2133-FFBF-BD30-416B30DC66CB}"/>
          </ac:spMkLst>
        </pc:spChg>
        <pc:picChg chg="add mod">
          <ac:chgData name="Mai Xuan Trang" userId="f3c332be-9d36-4c2c-a25a-1b5a64c76b56" providerId="ADAL" clId="{2F8BF983-8823-6F49-8DBD-F9A318B879C2}" dt="2024-12-20T17:00:45.337" v="742" actId="1076"/>
          <ac:picMkLst>
            <pc:docMk/>
            <pc:sldMk cId="3530870816" sldId="459"/>
            <ac:picMk id="6" creationId="{290222A9-284D-D9B8-F852-B750400E331F}"/>
          </ac:picMkLst>
        </pc:picChg>
      </pc:sldChg>
      <pc:sldChg chg="del">
        <pc:chgData name="Mai Xuan Trang" userId="f3c332be-9d36-4c2c-a25a-1b5a64c76b56" providerId="ADAL" clId="{2F8BF983-8823-6F49-8DBD-F9A318B879C2}" dt="2024-12-20T16:58:47.478" v="710" actId="2696"/>
        <pc:sldMkLst>
          <pc:docMk/>
          <pc:sldMk cId="4217046826" sldId="459"/>
        </pc:sldMkLst>
      </pc:sldChg>
      <pc:sldChg chg="addSp delSp modSp add mod">
        <pc:chgData name="Mai Xuan Trang" userId="f3c332be-9d36-4c2c-a25a-1b5a64c76b56" providerId="ADAL" clId="{2F8BF983-8823-6F49-8DBD-F9A318B879C2}" dt="2024-12-20T17:24:50.087" v="1293" actId="2711"/>
        <pc:sldMkLst>
          <pc:docMk/>
          <pc:sldMk cId="2484177250" sldId="460"/>
        </pc:sldMkLst>
        <pc:spChg chg="mod">
          <ac:chgData name="Mai Xuan Trang" userId="f3c332be-9d36-4c2c-a25a-1b5a64c76b56" providerId="ADAL" clId="{2F8BF983-8823-6F49-8DBD-F9A318B879C2}" dt="2024-12-20T17:24:50.087" v="1293" actId="2711"/>
          <ac:spMkLst>
            <pc:docMk/>
            <pc:sldMk cId="2484177250" sldId="460"/>
            <ac:spMk id="2" creationId="{20656A05-E85C-41F1-B5A6-540E84492C7F}"/>
          </ac:spMkLst>
        </pc:spChg>
        <pc:spChg chg="mod">
          <ac:chgData name="Mai Xuan Trang" userId="f3c332be-9d36-4c2c-a25a-1b5a64c76b56" providerId="ADAL" clId="{2F8BF983-8823-6F49-8DBD-F9A318B879C2}" dt="2024-12-20T17:24:50.087" v="1293" actId="2711"/>
          <ac:spMkLst>
            <pc:docMk/>
            <pc:sldMk cId="2484177250" sldId="460"/>
            <ac:spMk id="3" creationId="{67F8C954-6C8C-7DBE-5BEB-AA70C2348B8D}"/>
          </ac:spMkLst>
        </pc:spChg>
        <pc:spChg chg="mod">
          <ac:chgData name="Mai Xuan Trang" userId="f3c332be-9d36-4c2c-a25a-1b5a64c76b56" providerId="ADAL" clId="{2F8BF983-8823-6F49-8DBD-F9A318B879C2}" dt="2024-12-20T17:24:50.087" v="1293" actId="2711"/>
          <ac:spMkLst>
            <pc:docMk/>
            <pc:sldMk cId="2484177250" sldId="460"/>
            <ac:spMk id="4" creationId="{A83F2C29-86A6-0FC4-0EEB-74640A7D53A5}"/>
          </ac:spMkLst>
        </pc:spChg>
        <pc:spChg chg="mod">
          <ac:chgData name="Mai Xuan Trang" userId="f3c332be-9d36-4c2c-a25a-1b5a64c76b56" providerId="ADAL" clId="{2F8BF983-8823-6F49-8DBD-F9A318B879C2}" dt="2024-12-20T17:24:50.087" v="1293" actId="2711"/>
          <ac:spMkLst>
            <pc:docMk/>
            <pc:sldMk cId="2484177250" sldId="460"/>
            <ac:spMk id="5" creationId="{8483DE86-4425-493A-DB8F-F50FE1D39501}"/>
          </ac:spMkLst>
        </pc:spChg>
        <pc:spChg chg="del">
          <ac:chgData name="Mai Xuan Trang" userId="f3c332be-9d36-4c2c-a25a-1b5a64c76b56" providerId="ADAL" clId="{2F8BF983-8823-6F49-8DBD-F9A318B879C2}" dt="2024-12-20T17:01:11.341" v="745" actId="478"/>
          <ac:spMkLst>
            <pc:docMk/>
            <pc:sldMk cId="2484177250" sldId="460"/>
            <ac:spMk id="9" creationId="{9B2A31CE-3B57-F15D-80EC-816F91A7913E}"/>
          </ac:spMkLst>
        </pc:spChg>
        <pc:graphicFrameChg chg="add mod modGraphic">
          <ac:chgData name="Mai Xuan Trang" userId="f3c332be-9d36-4c2c-a25a-1b5a64c76b56" providerId="ADAL" clId="{2F8BF983-8823-6F49-8DBD-F9A318B879C2}" dt="2024-12-20T17:01:25.665" v="749" actId="14100"/>
          <ac:graphicFrameMkLst>
            <pc:docMk/>
            <pc:sldMk cId="2484177250" sldId="460"/>
            <ac:graphicFrameMk id="6" creationId="{309EC76A-3A40-E674-0ED5-96CC785D96A2}"/>
          </ac:graphicFrameMkLst>
        </pc:graphicFrameChg>
      </pc:sldChg>
      <pc:sldChg chg="del">
        <pc:chgData name="Mai Xuan Trang" userId="f3c332be-9d36-4c2c-a25a-1b5a64c76b56" providerId="ADAL" clId="{2F8BF983-8823-6F49-8DBD-F9A318B879C2}" dt="2024-12-20T16:58:47.478" v="710" actId="2696"/>
        <pc:sldMkLst>
          <pc:docMk/>
          <pc:sldMk cId="2654178625" sldId="460"/>
        </pc:sldMkLst>
      </pc:sldChg>
      <pc:sldChg chg="del">
        <pc:chgData name="Mai Xuan Trang" userId="f3c332be-9d36-4c2c-a25a-1b5a64c76b56" providerId="ADAL" clId="{2F8BF983-8823-6F49-8DBD-F9A318B879C2}" dt="2024-12-20T17:20:45.591" v="1256" actId="2696"/>
        <pc:sldMkLst>
          <pc:docMk/>
          <pc:sldMk cId="3676028825" sldId="461"/>
        </pc:sldMkLst>
      </pc:sldChg>
      <pc:sldChg chg="del">
        <pc:chgData name="Mai Xuan Trang" userId="f3c332be-9d36-4c2c-a25a-1b5a64c76b56" providerId="ADAL" clId="{2F8BF983-8823-6F49-8DBD-F9A318B879C2}" dt="2024-12-20T17:20:45.589" v="1254" actId="2696"/>
        <pc:sldMkLst>
          <pc:docMk/>
          <pc:sldMk cId="118638350" sldId="462"/>
        </pc:sldMkLst>
      </pc:sldChg>
      <pc:sldChg chg="del">
        <pc:chgData name="Mai Xuan Trang" userId="f3c332be-9d36-4c2c-a25a-1b5a64c76b56" providerId="ADAL" clId="{2F8BF983-8823-6F49-8DBD-F9A318B879C2}" dt="2024-12-20T17:20:45.593" v="1258" actId="2696"/>
        <pc:sldMkLst>
          <pc:docMk/>
          <pc:sldMk cId="3136941584" sldId="463"/>
        </pc:sldMkLst>
      </pc:sldChg>
      <pc:sldChg chg="del">
        <pc:chgData name="Mai Xuan Trang" userId="f3c332be-9d36-4c2c-a25a-1b5a64c76b56" providerId="ADAL" clId="{2F8BF983-8823-6F49-8DBD-F9A318B879C2}" dt="2024-12-20T17:20:45.586" v="1252" actId="2696"/>
        <pc:sldMkLst>
          <pc:docMk/>
          <pc:sldMk cId="1397720604" sldId="464"/>
        </pc:sldMkLst>
      </pc:sldChg>
      <pc:sldChg chg="modSp mod">
        <pc:chgData name="Mai Xuan Trang" userId="f3c332be-9d36-4c2c-a25a-1b5a64c76b56" providerId="ADAL" clId="{2F8BF983-8823-6F49-8DBD-F9A318B879C2}" dt="2024-12-20T17:32:28.606" v="1377" actId="14100"/>
        <pc:sldMkLst>
          <pc:docMk/>
          <pc:sldMk cId="2062514634" sldId="465"/>
        </pc:sldMkLst>
        <pc:spChg chg="mod">
          <ac:chgData name="Mai Xuan Trang" userId="f3c332be-9d36-4c2c-a25a-1b5a64c76b56" providerId="ADAL" clId="{2F8BF983-8823-6F49-8DBD-F9A318B879C2}" dt="2024-12-20T17:32:28.606" v="1377" actId="14100"/>
          <ac:spMkLst>
            <pc:docMk/>
            <pc:sldMk cId="2062514634" sldId="465"/>
            <ac:spMk id="2" creationId="{6BE9F743-79D1-D9DA-CEF8-CAEF298A24D6}"/>
          </ac:spMkLst>
        </pc:spChg>
      </pc:sldChg>
      <pc:sldChg chg="modSp mod">
        <pc:chgData name="Mai Xuan Trang" userId="f3c332be-9d36-4c2c-a25a-1b5a64c76b56" providerId="ADAL" clId="{2F8BF983-8823-6F49-8DBD-F9A318B879C2}" dt="2024-12-20T17:41:19.945" v="1467" actId="20577"/>
        <pc:sldMkLst>
          <pc:docMk/>
          <pc:sldMk cId="2684810156" sldId="466"/>
        </pc:sldMkLst>
        <pc:spChg chg="mod">
          <ac:chgData name="Mai Xuan Trang" userId="f3c332be-9d36-4c2c-a25a-1b5a64c76b56" providerId="ADAL" clId="{2F8BF983-8823-6F49-8DBD-F9A318B879C2}" dt="2024-12-20T17:32:35.691" v="1378" actId="2711"/>
          <ac:spMkLst>
            <pc:docMk/>
            <pc:sldMk cId="2684810156" sldId="466"/>
            <ac:spMk id="2" creationId="{43DE8CE3-773F-537F-09B1-23912FD62702}"/>
          </ac:spMkLst>
        </pc:spChg>
        <pc:spChg chg="mod">
          <ac:chgData name="Mai Xuan Trang" userId="f3c332be-9d36-4c2c-a25a-1b5a64c76b56" providerId="ADAL" clId="{2F8BF983-8823-6F49-8DBD-F9A318B879C2}" dt="2024-12-20T17:32:35.691" v="1378" actId="2711"/>
          <ac:spMkLst>
            <pc:docMk/>
            <pc:sldMk cId="2684810156" sldId="466"/>
            <ac:spMk id="3" creationId="{57103675-618E-5541-7F26-E3A768571E2F}"/>
          </ac:spMkLst>
        </pc:spChg>
        <pc:spChg chg="mod">
          <ac:chgData name="Mai Xuan Trang" userId="f3c332be-9d36-4c2c-a25a-1b5a64c76b56" providerId="ADAL" clId="{2F8BF983-8823-6F49-8DBD-F9A318B879C2}" dt="2024-12-20T17:32:35.691" v="1378" actId="2711"/>
          <ac:spMkLst>
            <pc:docMk/>
            <pc:sldMk cId="2684810156" sldId="466"/>
            <ac:spMk id="4" creationId="{8135DF7F-8870-2680-3A83-AE822BE5E7E5}"/>
          </ac:spMkLst>
        </pc:spChg>
        <pc:spChg chg="mod">
          <ac:chgData name="Mai Xuan Trang" userId="f3c332be-9d36-4c2c-a25a-1b5a64c76b56" providerId="ADAL" clId="{2F8BF983-8823-6F49-8DBD-F9A318B879C2}" dt="2024-12-20T17:32:35.691" v="1378" actId="2711"/>
          <ac:spMkLst>
            <pc:docMk/>
            <pc:sldMk cId="2684810156" sldId="466"/>
            <ac:spMk id="5" creationId="{68EED945-7EC1-70F8-B321-A55808403990}"/>
          </ac:spMkLst>
        </pc:spChg>
        <pc:spChg chg="mod">
          <ac:chgData name="Mai Xuan Trang" userId="f3c332be-9d36-4c2c-a25a-1b5a64c76b56" providerId="ADAL" clId="{2F8BF983-8823-6F49-8DBD-F9A318B879C2}" dt="2024-12-20T17:41:19.945" v="1467" actId="20577"/>
          <ac:spMkLst>
            <pc:docMk/>
            <pc:sldMk cId="2684810156" sldId="466"/>
            <ac:spMk id="6" creationId="{8143E741-023B-49CD-FAF2-45E5ED28897C}"/>
          </ac:spMkLst>
        </pc:spChg>
      </pc:sldChg>
      <pc:sldChg chg="modSp mod">
        <pc:chgData name="Mai Xuan Trang" userId="f3c332be-9d36-4c2c-a25a-1b5a64c76b56" providerId="ADAL" clId="{2F8BF983-8823-6F49-8DBD-F9A318B879C2}" dt="2024-12-20T17:32:42.763" v="1379" actId="2711"/>
        <pc:sldMkLst>
          <pc:docMk/>
          <pc:sldMk cId="1591142232" sldId="467"/>
        </pc:sldMkLst>
        <pc:spChg chg="mod">
          <ac:chgData name="Mai Xuan Trang" userId="f3c332be-9d36-4c2c-a25a-1b5a64c76b56" providerId="ADAL" clId="{2F8BF983-8823-6F49-8DBD-F9A318B879C2}" dt="2024-12-20T17:32:42.763" v="1379" actId="2711"/>
          <ac:spMkLst>
            <pc:docMk/>
            <pc:sldMk cId="1591142232" sldId="467"/>
            <ac:spMk id="2" creationId="{71E08547-AC98-3598-C60B-CE9F72AD2A79}"/>
          </ac:spMkLst>
        </pc:spChg>
        <pc:spChg chg="mod">
          <ac:chgData name="Mai Xuan Trang" userId="f3c332be-9d36-4c2c-a25a-1b5a64c76b56" providerId="ADAL" clId="{2F8BF983-8823-6F49-8DBD-F9A318B879C2}" dt="2024-12-20T17:32:42.763" v="1379" actId="2711"/>
          <ac:spMkLst>
            <pc:docMk/>
            <pc:sldMk cId="1591142232" sldId="467"/>
            <ac:spMk id="3" creationId="{297EFA80-1688-235C-B760-A0C8D3EA2A32}"/>
          </ac:spMkLst>
        </pc:spChg>
        <pc:spChg chg="mod">
          <ac:chgData name="Mai Xuan Trang" userId="f3c332be-9d36-4c2c-a25a-1b5a64c76b56" providerId="ADAL" clId="{2F8BF983-8823-6F49-8DBD-F9A318B879C2}" dt="2024-12-20T17:32:42.763" v="1379" actId="2711"/>
          <ac:spMkLst>
            <pc:docMk/>
            <pc:sldMk cId="1591142232" sldId="467"/>
            <ac:spMk id="4" creationId="{31C67E19-4D3D-DD5E-A451-4DE56FD4B181}"/>
          </ac:spMkLst>
        </pc:spChg>
        <pc:spChg chg="mod">
          <ac:chgData name="Mai Xuan Trang" userId="f3c332be-9d36-4c2c-a25a-1b5a64c76b56" providerId="ADAL" clId="{2F8BF983-8823-6F49-8DBD-F9A318B879C2}" dt="2024-12-20T17:32:42.763" v="1379" actId="2711"/>
          <ac:spMkLst>
            <pc:docMk/>
            <pc:sldMk cId="1591142232" sldId="467"/>
            <ac:spMk id="5" creationId="{D1A3A53F-7D3C-2DA7-9864-F9E9577D83CF}"/>
          </ac:spMkLst>
        </pc:spChg>
        <pc:spChg chg="mod">
          <ac:chgData name="Mai Xuan Trang" userId="f3c332be-9d36-4c2c-a25a-1b5a64c76b56" providerId="ADAL" clId="{2F8BF983-8823-6F49-8DBD-F9A318B879C2}" dt="2024-12-20T17:32:42.763" v="1379" actId="2711"/>
          <ac:spMkLst>
            <pc:docMk/>
            <pc:sldMk cId="1591142232" sldId="467"/>
            <ac:spMk id="6" creationId="{2E59BBD7-F075-7D06-D4E9-29DDE390CE63}"/>
          </ac:spMkLst>
        </pc:spChg>
      </pc:sldChg>
      <pc:sldChg chg="modSp mod modNotesTx">
        <pc:chgData name="Mai Xuan Trang" userId="f3c332be-9d36-4c2c-a25a-1b5a64c76b56" providerId="ADAL" clId="{2F8BF983-8823-6F49-8DBD-F9A318B879C2}" dt="2024-12-20T17:34:24.492" v="1395" actId="20577"/>
        <pc:sldMkLst>
          <pc:docMk/>
          <pc:sldMk cId="3102005269" sldId="468"/>
        </pc:sldMkLst>
        <pc:spChg chg="mod">
          <ac:chgData name="Mai Xuan Trang" userId="f3c332be-9d36-4c2c-a25a-1b5a64c76b56" providerId="ADAL" clId="{2F8BF983-8823-6F49-8DBD-F9A318B879C2}" dt="2024-12-20T17:32:49.023" v="1380" actId="2711"/>
          <ac:spMkLst>
            <pc:docMk/>
            <pc:sldMk cId="3102005269" sldId="468"/>
            <ac:spMk id="2" creationId="{FBBB68E3-9CD3-A017-9BAF-9C9849F70D54}"/>
          </ac:spMkLst>
        </pc:spChg>
        <pc:spChg chg="mod">
          <ac:chgData name="Mai Xuan Trang" userId="f3c332be-9d36-4c2c-a25a-1b5a64c76b56" providerId="ADAL" clId="{2F8BF983-8823-6F49-8DBD-F9A318B879C2}" dt="2024-12-20T17:32:49.023" v="1380" actId="2711"/>
          <ac:spMkLst>
            <pc:docMk/>
            <pc:sldMk cId="3102005269" sldId="468"/>
            <ac:spMk id="3" creationId="{EC507B6E-08F9-5258-98A5-7B6EE497189E}"/>
          </ac:spMkLst>
        </pc:spChg>
        <pc:spChg chg="mod">
          <ac:chgData name="Mai Xuan Trang" userId="f3c332be-9d36-4c2c-a25a-1b5a64c76b56" providerId="ADAL" clId="{2F8BF983-8823-6F49-8DBD-F9A318B879C2}" dt="2024-12-20T17:32:49.023" v="1380" actId="2711"/>
          <ac:spMkLst>
            <pc:docMk/>
            <pc:sldMk cId="3102005269" sldId="468"/>
            <ac:spMk id="4" creationId="{E098E70D-3350-8826-A5F4-E02D8C58617A}"/>
          </ac:spMkLst>
        </pc:spChg>
        <pc:spChg chg="mod">
          <ac:chgData name="Mai Xuan Trang" userId="f3c332be-9d36-4c2c-a25a-1b5a64c76b56" providerId="ADAL" clId="{2F8BF983-8823-6F49-8DBD-F9A318B879C2}" dt="2024-12-20T17:32:49.023" v="1380" actId="2711"/>
          <ac:spMkLst>
            <pc:docMk/>
            <pc:sldMk cId="3102005269" sldId="468"/>
            <ac:spMk id="5" creationId="{FEAFCE71-508D-54D1-6580-7CF249E099D5}"/>
          </ac:spMkLst>
        </pc:spChg>
        <pc:spChg chg="mod">
          <ac:chgData name="Mai Xuan Trang" userId="f3c332be-9d36-4c2c-a25a-1b5a64c76b56" providerId="ADAL" clId="{2F8BF983-8823-6F49-8DBD-F9A318B879C2}" dt="2024-12-20T17:32:49.023" v="1380" actId="2711"/>
          <ac:spMkLst>
            <pc:docMk/>
            <pc:sldMk cId="3102005269" sldId="468"/>
            <ac:spMk id="6" creationId="{1193770C-28CB-036F-E02C-48464C074815}"/>
          </ac:spMkLst>
        </pc:spChg>
      </pc:sldChg>
      <pc:sldChg chg="delSp modSp add mod modNotesTx">
        <pc:chgData name="Mai Xuan Trang" userId="f3c332be-9d36-4c2c-a25a-1b5a64c76b56" providerId="ADAL" clId="{2F8BF983-8823-6F49-8DBD-F9A318B879C2}" dt="2024-12-20T17:34:18.731" v="1394" actId="20577"/>
        <pc:sldMkLst>
          <pc:docMk/>
          <pc:sldMk cId="969387509" sldId="469"/>
        </pc:sldMkLst>
        <pc:spChg chg="mod">
          <ac:chgData name="Mai Xuan Trang" userId="f3c332be-9d36-4c2c-a25a-1b5a64c76b56" providerId="ADAL" clId="{2F8BF983-8823-6F49-8DBD-F9A318B879C2}" dt="2024-12-20T17:32:56.254" v="1381" actId="2711"/>
          <ac:spMkLst>
            <pc:docMk/>
            <pc:sldMk cId="969387509" sldId="469"/>
            <ac:spMk id="2" creationId="{11764626-8AC3-4515-E343-6E3BFBE399FF}"/>
          </ac:spMkLst>
        </pc:spChg>
        <pc:spChg chg="mod">
          <ac:chgData name="Mai Xuan Trang" userId="f3c332be-9d36-4c2c-a25a-1b5a64c76b56" providerId="ADAL" clId="{2F8BF983-8823-6F49-8DBD-F9A318B879C2}" dt="2024-12-20T17:32:56.254" v="1381" actId="2711"/>
          <ac:spMkLst>
            <pc:docMk/>
            <pc:sldMk cId="969387509" sldId="469"/>
            <ac:spMk id="3" creationId="{9068CA6C-6BB7-0774-0FA9-0AFF039BBB89}"/>
          </ac:spMkLst>
        </pc:spChg>
        <pc:spChg chg="mod">
          <ac:chgData name="Mai Xuan Trang" userId="f3c332be-9d36-4c2c-a25a-1b5a64c76b56" providerId="ADAL" clId="{2F8BF983-8823-6F49-8DBD-F9A318B879C2}" dt="2024-12-20T17:32:56.254" v="1381" actId="2711"/>
          <ac:spMkLst>
            <pc:docMk/>
            <pc:sldMk cId="969387509" sldId="469"/>
            <ac:spMk id="4" creationId="{A4F399C8-1BBB-3780-ABF7-93EC735ABC1E}"/>
          </ac:spMkLst>
        </pc:spChg>
        <pc:spChg chg="mod">
          <ac:chgData name="Mai Xuan Trang" userId="f3c332be-9d36-4c2c-a25a-1b5a64c76b56" providerId="ADAL" clId="{2F8BF983-8823-6F49-8DBD-F9A318B879C2}" dt="2024-12-20T17:32:56.254" v="1381" actId="2711"/>
          <ac:spMkLst>
            <pc:docMk/>
            <pc:sldMk cId="969387509" sldId="469"/>
            <ac:spMk id="5" creationId="{6228D732-EF09-C16D-0BFA-65FF389875BE}"/>
          </ac:spMkLst>
        </pc:spChg>
        <pc:spChg chg="mod">
          <ac:chgData name="Mai Xuan Trang" userId="f3c332be-9d36-4c2c-a25a-1b5a64c76b56" providerId="ADAL" clId="{2F8BF983-8823-6F49-8DBD-F9A318B879C2}" dt="2024-12-20T17:32:56.254" v="1381" actId="2711"/>
          <ac:spMkLst>
            <pc:docMk/>
            <pc:sldMk cId="969387509" sldId="469"/>
            <ac:spMk id="6" creationId="{B0525FA7-EEA3-84D7-7D03-0AAEC9976231}"/>
          </ac:spMkLst>
        </pc:spChg>
        <pc:picChg chg="del mod">
          <ac:chgData name="Mai Xuan Trang" userId="f3c332be-9d36-4c2c-a25a-1b5a64c76b56" providerId="ADAL" clId="{2F8BF983-8823-6F49-8DBD-F9A318B879C2}" dt="2024-12-20T16:24:43.540" v="40" actId="478"/>
          <ac:picMkLst>
            <pc:docMk/>
            <pc:sldMk cId="969387509" sldId="469"/>
            <ac:picMk id="7" creationId="{CC3BA1D6-6E83-57D4-DBD6-837ACF9851C5}"/>
          </ac:picMkLst>
        </pc:picChg>
      </pc:sldChg>
      <pc:sldChg chg="modSp add mod modNotesTx">
        <pc:chgData name="Mai Xuan Trang" userId="f3c332be-9d36-4c2c-a25a-1b5a64c76b56" providerId="ADAL" clId="{2F8BF983-8823-6F49-8DBD-F9A318B879C2}" dt="2024-12-20T17:34:12.482" v="1393" actId="20577"/>
        <pc:sldMkLst>
          <pc:docMk/>
          <pc:sldMk cId="3450308475" sldId="470"/>
        </pc:sldMkLst>
        <pc:spChg chg="mod">
          <ac:chgData name="Mai Xuan Trang" userId="f3c332be-9d36-4c2c-a25a-1b5a64c76b56" providerId="ADAL" clId="{2F8BF983-8823-6F49-8DBD-F9A318B879C2}" dt="2024-12-20T17:33:01.551" v="1382" actId="2711"/>
          <ac:spMkLst>
            <pc:docMk/>
            <pc:sldMk cId="3450308475" sldId="470"/>
            <ac:spMk id="2" creationId="{AF219310-FF8C-A4C2-89F2-A5551CE44D60}"/>
          </ac:spMkLst>
        </pc:spChg>
        <pc:spChg chg="mod">
          <ac:chgData name="Mai Xuan Trang" userId="f3c332be-9d36-4c2c-a25a-1b5a64c76b56" providerId="ADAL" clId="{2F8BF983-8823-6F49-8DBD-F9A318B879C2}" dt="2024-12-20T17:33:01.551" v="1382" actId="2711"/>
          <ac:spMkLst>
            <pc:docMk/>
            <pc:sldMk cId="3450308475" sldId="470"/>
            <ac:spMk id="3" creationId="{AA07F38C-8332-F365-EAB0-3EE360CEC915}"/>
          </ac:spMkLst>
        </pc:spChg>
        <pc:spChg chg="mod">
          <ac:chgData name="Mai Xuan Trang" userId="f3c332be-9d36-4c2c-a25a-1b5a64c76b56" providerId="ADAL" clId="{2F8BF983-8823-6F49-8DBD-F9A318B879C2}" dt="2024-12-20T17:33:01.551" v="1382" actId="2711"/>
          <ac:spMkLst>
            <pc:docMk/>
            <pc:sldMk cId="3450308475" sldId="470"/>
            <ac:spMk id="4" creationId="{6E9E3E9E-187D-D159-5FE9-82103C079BE8}"/>
          </ac:spMkLst>
        </pc:spChg>
        <pc:spChg chg="mod">
          <ac:chgData name="Mai Xuan Trang" userId="f3c332be-9d36-4c2c-a25a-1b5a64c76b56" providerId="ADAL" clId="{2F8BF983-8823-6F49-8DBD-F9A318B879C2}" dt="2024-12-20T17:33:01.551" v="1382" actId="2711"/>
          <ac:spMkLst>
            <pc:docMk/>
            <pc:sldMk cId="3450308475" sldId="470"/>
            <ac:spMk id="5" creationId="{AF05B481-E236-7FE4-5E04-2B40C142887C}"/>
          </ac:spMkLst>
        </pc:spChg>
        <pc:spChg chg="mod">
          <ac:chgData name="Mai Xuan Trang" userId="f3c332be-9d36-4c2c-a25a-1b5a64c76b56" providerId="ADAL" clId="{2F8BF983-8823-6F49-8DBD-F9A318B879C2}" dt="2024-12-20T17:33:01.551" v="1382" actId="2711"/>
          <ac:spMkLst>
            <pc:docMk/>
            <pc:sldMk cId="3450308475" sldId="470"/>
            <ac:spMk id="6" creationId="{0D5E478B-4E12-6306-66C5-313B05E7B061}"/>
          </ac:spMkLst>
        </pc:spChg>
      </pc:sldChg>
      <pc:sldChg chg="modSp add mod modAnim modNotesTx">
        <pc:chgData name="Mai Xuan Trang" userId="f3c332be-9d36-4c2c-a25a-1b5a64c76b56" providerId="ADAL" clId="{2F8BF983-8823-6F49-8DBD-F9A318B879C2}" dt="2024-12-20T17:34:07.958" v="1392" actId="20577"/>
        <pc:sldMkLst>
          <pc:docMk/>
          <pc:sldMk cId="1390379936" sldId="471"/>
        </pc:sldMkLst>
        <pc:spChg chg="mod">
          <ac:chgData name="Mai Xuan Trang" userId="f3c332be-9d36-4c2c-a25a-1b5a64c76b56" providerId="ADAL" clId="{2F8BF983-8823-6F49-8DBD-F9A318B879C2}" dt="2024-12-20T17:33:07.687" v="1383" actId="2711"/>
          <ac:spMkLst>
            <pc:docMk/>
            <pc:sldMk cId="1390379936" sldId="471"/>
            <ac:spMk id="2" creationId="{606EBF96-37C0-7887-F67A-E418EB7FAA2F}"/>
          </ac:spMkLst>
        </pc:spChg>
        <pc:spChg chg="mod">
          <ac:chgData name="Mai Xuan Trang" userId="f3c332be-9d36-4c2c-a25a-1b5a64c76b56" providerId="ADAL" clId="{2F8BF983-8823-6F49-8DBD-F9A318B879C2}" dt="2024-12-20T17:33:07.687" v="1383" actId="2711"/>
          <ac:spMkLst>
            <pc:docMk/>
            <pc:sldMk cId="1390379936" sldId="471"/>
            <ac:spMk id="3" creationId="{4BE5F15A-9F21-6574-57A6-A3A905D48019}"/>
          </ac:spMkLst>
        </pc:spChg>
        <pc:spChg chg="mod">
          <ac:chgData name="Mai Xuan Trang" userId="f3c332be-9d36-4c2c-a25a-1b5a64c76b56" providerId="ADAL" clId="{2F8BF983-8823-6F49-8DBD-F9A318B879C2}" dt="2024-12-20T17:33:07.687" v="1383" actId="2711"/>
          <ac:spMkLst>
            <pc:docMk/>
            <pc:sldMk cId="1390379936" sldId="471"/>
            <ac:spMk id="4" creationId="{43B07AD3-65C6-0134-F267-CECE730E11B1}"/>
          </ac:spMkLst>
        </pc:spChg>
        <pc:spChg chg="mod">
          <ac:chgData name="Mai Xuan Trang" userId="f3c332be-9d36-4c2c-a25a-1b5a64c76b56" providerId="ADAL" clId="{2F8BF983-8823-6F49-8DBD-F9A318B879C2}" dt="2024-12-20T17:33:07.687" v="1383" actId="2711"/>
          <ac:spMkLst>
            <pc:docMk/>
            <pc:sldMk cId="1390379936" sldId="471"/>
            <ac:spMk id="5" creationId="{A6EEDE6D-E7D6-4DF5-02F5-B6C96BCCD84D}"/>
          </ac:spMkLst>
        </pc:spChg>
        <pc:spChg chg="mod">
          <ac:chgData name="Mai Xuan Trang" userId="f3c332be-9d36-4c2c-a25a-1b5a64c76b56" providerId="ADAL" clId="{2F8BF983-8823-6F49-8DBD-F9A318B879C2}" dt="2024-12-20T17:33:24.646" v="1389" actId="1035"/>
          <ac:spMkLst>
            <pc:docMk/>
            <pc:sldMk cId="1390379936" sldId="471"/>
            <ac:spMk id="6" creationId="{2F63A087-D2C7-9EA2-3334-49B78F9326E7}"/>
          </ac:spMkLst>
        </pc:spChg>
      </pc:sldChg>
      <pc:sldChg chg="addSp delSp modSp add mod">
        <pc:chgData name="Mai Xuan Trang" userId="f3c332be-9d36-4c2c-a25a-1b5a64c76b56" providerId="ADAL" clId="{2F8BF983-8823-6F49-8DBD-F9A318B879C2}" dt="2024-12-20T17:24:59.017" v="1294" actId="2711"/>
        <pc:sldMkLst>
          <pc:docMk/>
          <pc:sldMk cId="2138559760" sldId="472"/>
        </pc:sldMkLst>
        <pc:spChg chg="mod">
          <ac:chgData name="Mai Xuan Trang" userId="f3c332be-9d36-4c2c-a25a-1b5a64c76b56" providerId="ADAL" clId="{2F8BF983-8823-6F49-8DBD-F9A318B879C2}" dt="2024-12-20T17:24:59.017" v="1294" actId="2711"/>
          <ac:spMkLst>
            <pc:docMk/>
            <pc:sldMk cId="2138559760" sldId="472"/>
            <ac:spMk id="2" creationId="{60287155-C739-A37F-A162-858FE2D4E7D9}"/>
          </ac:spMkLst>
        </pc:spChg>
        <pc:spChg chg="mod">
          <ac:chgData name="Mai Xuan Trang" userId="f3c332be-9d36-4c2c-a25a-1b5a64c76b56" providerId="ADAL" clId="{2F8BF983-8823-6F49-8DBD-F9A318B879C2}" dt="2024-12-20T17:24:59.017" v="1294" actId="2711"/>
          <ac:spMkLst>
            <pc:docMk/>
            <pc:sldMk cId="2138559760" sldId="472"/>
            <ac:spMk id="3" creationId="{73397C60-DB65-3B0D-641A-45F041C345E4}"/>
          </ac:spMkLst>
        </pc:spChg>
        <pc:spChg chg="mod">
          <ac:chgData name="Mai Xuan Trang" userId="f3c332be-9d36-4c2c-a25a-1b5a64c76b56" providerId="ADAL" clId="{2F8BF983-8823-6F49-8DBD-F9A318B879C2}" dt="2024-12-20T17:24:59.017" v="1294" actId="2711"/>
          <ac:spMkLst>
            <pc:docMk/>
            <pc:sldMk cId="2138559760" sldId="472"/>
            <ac:spMk id="4" creationId="{1A8F7D64-B4AA-7EEB-66E0-8D8D66EB4A27}"/>
          </ac:spMkLst>
        </pc:spChg>
        <pc:spChg chg="mod">
          <ac:chgData name="Mai Xuan Trang" userId="f3c332be-9d36-4c2c-a25a-1b5a64c76b56" providerId="ADAL" clId="{2F8BF983-8823-6F49-8DBD-F9A318B879C2}" dt="2024-12-20T17:24:59.017" v="1294" actId="2711"/>
          <ac:spMkLst>
            <pc:docMk/>
            <pc:sldMk cId="2138559760" sldId="472"/>
            <ac:spMk id="5" creationId="{EC792114-1D6F-96E4-7165-E82F8E6CA5EA}"/>
          </ac:spMkLst>
        </pc:spChg>
        <pc:graphicFrameChg chg="del">
          <ac:chgData name="Mai Xuan Trang" userId="f3c332be-9d36-4c2c-a25a-1b5a64c76b56" providerId="ADAL" clId="{2F8BF983-8823-6F49-8DBD-F9A318B879C2}" dt="2024-12-20T17:02:02.271" v="772" actId="478"/>
          <ac:graphicFrameMkLst>
            <pc:docMk/>
            <pc:sldMk cId="2138559760" sldId="472"/>
            <ac:graphicFrameMk id="6" creationId="{9F1DC4B0-614D-C718-F1FF-BEBDC299C7D5}"/>
          </ac:graphicFrameMkLst>
        </pc:graphicFrameChg>
        <pc:graphicFrameChg chg="add mod modGraphic">
          <ac:chgData name="Mai Xuan Trang" userId="f3c332be-9d36-4c2c-a25a-1b5a64c76b56" providerId="ADAL" clId="{2F8BF983-8823-6F49-8DBD-F9A318B879C2}" dt="2024-12-20T17:02:26.595" v="776" actId="1076"/>
          <ac:graphicFrameMkLst>
            <pc:docMk/>
            <pc:sldMk cId="2138559760" sldId="472"/>
            <ac:graphicFrameMk id="7" creationId="{4B7378C5-1622-618E-92E9-1E3E3494C531}"/>
          </ac:graphicFrameMkLst>
        </pc:graphicFrameChg>
      </pc:sldChg>
      <pc:sldChg chg="addSp delSp modSp add mod">
        <pc:chgData name="Mai Xuan Trang" userId="f3c332be-9d36-4c2c-a25a-1b5a64c76b56" providerId="ADAL" clId="{2F8BF983-8823-6F49-8DBD-F9A318B879C2}" dt="2024-12-20T17:25:07.833" v="1295" actId="2711"/>
        <pc:sldMkLst>
          <pc:docMk/>
          <pc:sldMk cId="1972184756" sldId="473"/>
        </pc:sldMkLst>
        <pc:spChg chg="mod">
          <ac:chgData name="Mai Xuan Trang" userId="f3c332be-9d36-4c2c-a25a-1b5a64c76b56" providerId="ADAL" clId="{2F8BF983-8823-6F49-8DBD-F9A318B879C2}" dt="2024-12-20T17:25:07.833" v="1295" actId="2711"/>
          <ac:spMkLst>
            <pc:docMk/>
            <pc:sldMk cId="1972184756" sldId="473"/>
            <ac:spMk id="2" creationId="{DE88D3B3-7180-FD2A-AAE5-04095929D496}"/>
          </ac:spMkLst>
        </pc:spChg>
        <pc:spChg chg="mod">
          <ac:chgData name="Mai Xuan Trang" userId="f3c332be-9d36-4c2c-a25a-1b5a64c76b56" providerId="ADAL" clId="{2F8BF983-8823-6F49-8DBD-F9A318B879C2}" dt="2024-12-20T17:25:07.833" v="1295" actId="2711"/>
          <ac:spMkLst>
            <pc:docMk/>
            <pc:sldMk cId="1972184756" sldId="473"/>
            <ac:spMk id="3" creationId="{7167918C-E5AD-25F1-60FD-39D4CB07E795}"/>
          </ac:spMkLst>
        </pc:spChg>
        <pc:spChg chg="mod">
          <ac:chgData name="Mai Xuan Trang" userId="f3c332be-9d36-4c2c-a25a-1b5a64c76b56" providerId="ADAL" clId="{2F8BF983-8823-6F49-8DBD-F9A318B879C2}" dt="2024-12-20T17:25:07.833" v="1295" actId="2711"/>
          <ac:spMkLst>
            <pc:docMk/>
            <pc:sldMk cId="1972184756" sldId="473"/>
            <ac:spMk id="4" creationId="{9B85A85E-6E5D-2B12-34B2-A958A68A5B6D}"/>
          </ac:spMkLst>
        </pc:spChg>
        <pc:spChg chg="mod">
          <ac:chgData name="Mai Xuan Trang" userId="f3c332be-9d36-4c2c-a25a-1b5a64c76b56" providerId="ADAL" clId="{2F8BF983-8823-6F49-8DBD-F9A318B879C2}" dt="2024-12-20T17:25:07.833" v="1295" actId="2711"/>
          <ac:spMkLst>
            <pc:docMk/>
            <pc:sldMk cId="1972184756" sldId="473"/>
            <ac:spMk id="5" creationId="{C0679BFA-F4F0-64F7-EBC2-21E682CDA252}"/>
          </ac:spMkLst>
        </pc:spChg>
        <pc:graphicFrameChg chg="del">
          <ac:chgData name="Mai Xuan Trang" userId="f3c332be-9d36-4c2c-a25a-1b5a64c76b56" providerId="ADAL" clId="{2F8BF983-8823-6F49-8DBD-F9A318B879C2}" dt="2024-12-20T17:04:13.103" v="814" actId="478"/>
          <ac:graphicFrameMkLst>
            <pc:docMk/>
            <pc:sldMk cId="1972184756" sldId="473"/>
            <ac:graphicFrameMk id="7" creationId="{FED716B0-7BD9-0D05-DD75-EE2EE216FDAE}"/>
          </ac:graphicFrameMkLst>
        </pc:graphicFrameChg>
        <pc:picChg chg="add mod">
          <ac:chgData name="Mai Xuan Trang" userId="f3c332be-9d36-4c2c-a25a-1b5a64c76b56" providerId="ADAL" clId="{2F8BF983-8823-6F49-8DBD-F9A318B879C2}" dt="2024-12-20T17:04:20.011" v="817" actId="1076"/>
          <ac:picMkLst>
            <pc:docMk/>
            <pc:sldMk cId="1972184756" sldId="473"/>
            <ac:picMk id="6" creationId="{8F731839-3A78-4506-4D7A-4ED812748597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5:26.871" v="1297" actId="1076"/>
        <pc:sldMkLst>
          <pc:docMk/>
          <pc:sldMk cId="2539140569" sldId="474"/>
        </pc:sldMkLst>
        <pc:spChg chg="mod">
          <ac:chgData name="Mai Xuan Trang" userId="f3c332be-9d36-4c2c-a25a-1b5a64c76b56" providerId="ADAL" clId="{2F8BF983-8823-6F49-8DBD-F9A318B879C2}" dt="2024-12-20T17:25:15.283" v="1296" actId="2711"/>
          <ac:spMkLst>
            <pc:docMk/>
            <pc:sldMk cId="2539140569" sldId="474"/>
            <ac:spMk id="2" creationId="{F10FBDB9-8CE7-426C-D3B6-35DD86006301}"/>
          </ac:spMkLst>
        </pc:spChg>
        <pc:spChg chg="mod">
          <ac:chgData name="Mai Xuan Trang" userId="f3c332be-9d36-4c2c-a25a-1b5a64c76b56" providerId="ADAL" clId="{2F8BF983-8823-6F49-8DBD-F9A318B879C2}" dt="2024-12-20T17:25:15.283" v="1296" actId="2711"/>
          <ac:spMkLst>
            <pc:docMk/>
            <pc:sldMk cId="2539140569" sldId="474"/>
            <ac:spMk id="3" creationId="{619B82F9-0AF6-B853-68CE-96F7415E288A}"/>
          </ac:spMkLst>
        </pc:spChg>
        <pc:spChg chg="mod">
          <ac:chgData name="Mai Xuan Trang" userId="f3c332be-9d36-4c2c-a25a-1b5a64c76b56" providerId="ADAL" clId="{2F8BF983-8823-6F49-8DBD-F9A318B879C2}" dt="2024-12-20T17:25:15.283" v="1296" actId="2711"/>
          <ac:spMkLst>
            <pc:docMk/>
            <pc:sldMk cId="2539140569" sldId="474"/>
            <ac:spMk id="4" creationId="{878FBF55-1260-A1CA-0C92-809CDF9C832D}"/>
          </ac:spMkLst>
        </pc:spChg>
        <pc:spChg chg="mod">
          <ac:chgData name="Mai Xuan Trang" userId="f3c332be-9d36-4c2c-a25a-1b5a64c76b56" providerId="ADAL" clId="{2F8BF983-8823-6F49-8DBD-F9A318B879C2}" dt="2024-12-20T17:25:15.283" v="1296" actId="2711"/>
          <ac:spMkLst>
            <pc:docMk/>
            <pc:sldMk cId="2539140569" sldId="474"/>
            <ac:spMk id="5" creationId="{D2C0BC72-9B34-CA83-7D9A-041E82A68E0C}"/>
          </ac:spMkLst>
        </pc:spChg>
        <pc:spChg chg="add mod">
          <ac:chgData name="Mai Xuan Trang" userId="f3c332be-9d36-4c2c-a25a-1b5a64c76b56" providerId="ADAL" clId="{2F8BF983-8823-6F49-8DBD-F9A318B879C2}" dt="2024-12-20T17:25:26.871" v="1297" actId="1076"/>
          <ac:spMkLst>
            <pc:docMk/>
            <pc:sldMk cId="2539140569" sldId="474"/>
            <ac:spMk id="7" creationId="{58867D1F-5234-BAC0-94EB-38B6D4A5C179}"/>
          </ac:spMkLst>
        </pc:spChg>
        <pc:picChg chg="del">
          <ac:chgData name="Mai Xuan Trang" userId="f3c332be-9d36-4c2c-a25a-1b5a64c76b56" providerId="ADAL" clId="{2F8BF983-8823-6F49-8DBD-F9A318B879C2}" dt="2024-12-20T17:04:40.918" v="820" actId="478"/>
          <ac:picMkLst>
            <pc:docMk/>
            <pc:sldMk cId="2539140569" sldId="474"/>
            <ac:picMk id="6" creationId="{FE049F13-4B1D-6DA6-CA32-86934E9BB99D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5:39.024" v="1298" actId="2711"/>
        <pc:sldMkLst>
          <pc:docMk/>
          <pc:sldMk cId="823652722" sldId="475"/>
        </pc:sldMkLst>
        <pc:spChg chg="mod">
          <ac:chgData name="Mai Xuan Trang" userId="f3c332be-9d36-4c2c-a25a-1b5a64c76b56" providerId="ADAL" clId="{2F8BF983-8823-6F49-8DBD-F9A318B879C2}" dt="2024-12-20T17:25:39.024" v="1298" actId="2711"/>
          <ac:spMkLst>
            <pc:docMk/>
            <pc:sldMk cId="823652722" sldId="475"/>
            <ac:spMk id="2" creationId="{E24B4314-A567-7362-6C95-B03CB379BD78}"/>
          </ac:spMkLst>
        </pc:spChg>
        <pc:spChg chg="mod">
          <ac:chgData name="Mai Xuan Trang" userId="f3c332be-9d36-4c2c-a25a-1b5a64c76b56" providerId="ADAL" clId="{2F8BF983-8823-6F49-8DBD-F9A318B879C2}" dt="2024-12-20T17:25:39.024" v="1298" actId="2711"/>
          <ac:spMkLst>
            <pc:docMk/>
            <pc:sldMk cId="823652722" sldId="475"/>
            <ac:spMk id="3" creationId="{93D14319-118C-1C79-BA39-F52412EC2953}"/>
          </ac:spMkLst>
        </pc:spChg>
        <pc:spChg chg="mod">
          <ac:chgData name="Mai Xuan Trang" userId="f3c332be-9d36-4c2c-a25a-1b5a64c76b56" providerId="ADAL" clId="{2F8BF983-8823-6F49-8DBD-F9A318B879C2}" dt="2024-12-20T17:25:39.024" v="1298" actId="2711"/>
          <ac:spMkLst>
            <pc:docMk/>
            <pc:sldMk cId="823652722" sldId="475"/>
            <ac:spMk id="4" creationId="{31AB1210-C3F5-4BCE-885A-C2D253C57949}"/>
          </ac:spMkLst>
        </pc:spChg>
        <pc:spChg chg="mod">
          <ac:chgData name="Mai Xuan Trang" userId="f3c332be-9d36-4c2c-a25a-1b5a64c76b56" providerId="ADAL" clId="{2F8BF983-8823-6F49-8DBD-F9A318B879C2}" dt="2024-12-20T17:25:39.024" v="1298" actId="2711"/>
          <ac:spMkLst>
            <pc:docMk/>
            <pc:sldMk cId="823652722" sldId="475"/>
            <ac:spMk id="5" creationId="{4458019B-7F19-FE99-6765-467EFA19E8FF}"/>
          </ac:spMkLst>
        </pc:spChg>
        <pc:spChg chg="del">
          <ac:chgData name="Mai Xuan Trang" userId="f3c332be-9d36-4c2c-a25a-1b5a64c76b56" providerId="ADAL" clId="{2F8BF983-8823-6F49-8DBD-F9A318B879C2}" dt="2024-12-20T17:05:08.197" v="825" actId="478"/>
          <ac:spMkLst>
            <pc:docMk/>
            <pc:sldMk cId="823652722" sldId="475"/>
            <ac:spMk id="7" creationId="{B42A9D0A-DE01-CBD8-53D1-7CC8BF648ADD}"/>
          </ac:spMkLst>
        </pc:spChg>
        <pc:grpChg chg="add mod">
          <ac:chgData name="Mai Xuan Trang" userId="f3c332be-9d36-4c2c-a25a-1b5a64c76b56" providerId="ADAL" clId="{2F8BF983-8823-6F49-8DBD-F9A318B879C2}" dt="2024-12-20T17:10:20.018" v="914" actId="164"/>
          <ac:grpSpMkLst>
            <pc:docMk/>
            <pc:sldMk cId="823652722" sldId="475"/>
            <ac:grpSpMk id="13" creationId="{39880452-5D31-F075-7A01-C5E52C0AE9F9}"/>
          </ac:grpSpMkLst>
        </pc:grpChg>
        <pc:grpChg chg="add mod">
          <ac:chgData name="Mai Xuan Trang" userId="f3c332be-9d36-4c2c-a25a-1b5a64c76b56" providerId="ADAL" clId="{2F8BF983-8823-6F49-8DBD-F9A318B879C2}" dt="2024-12-20T17:11:34.520" v="936" actId="1076"/>
          <ac:grpSpMkLst>
            <pc:docMk/>
            <pc:sldMk cId="823652722" sldId="475"/>
            <ac:grpSpMk id="16" creationId="{88814B2C-1A8A-04CE-23C0-5C319A75EA16}"/>
          </ac:grpSpMkLst>
        </pc:grpChg>
        <pc:picChg chg="add mod">
          <ac:chgData name="Mai Xuan Trang" userId="f3c332be-9d36-4c2c-a25a-1b5a64c76b56" providerId="ADAL" clId="{2F8BF983-8823-6F49-8DBD-F9A318B879C2}" dt="2024-12-20T17:10:20.018" v="914" actId="164"/>
          <ac:picMkLst>
            <pc:docMk/>
            <pc:sldMk cId="823652722" sldId="475"/>
            <ac:picMk id="6" creationId="{8FC59504-B2D7-4A1A-BDD1-C9BB2A71DF7A}"/>
          </ac:picMkLst>
        </pc:picChg>
        <pc:picChg chg="add del mod modCrop">
          <ac:chgData name="Mai Xuan Trang" userId="f3c332be-9d36-4c2c-a25a-1b5a64c76b56" providerId="ADAL" clId="{2F8BF983-8823-6F49-8DBD-F9A318B879C2}" dt="2024-12-20T17:07:40.076" v="884" actId="478"/>
          <ac:picMkLst>
            <pc:docMk/>
            <pc:sldMk cId="823652722" sldId="475"/>
            <ac:picMk id="8" creationId="{179585B8-AFCE-2660-45C7-4998292D6FBB}"/>
          </ac:picMkLst>
        </pc:picChg>
        <pc:picChg chg="add del mod modCrop">
          <ac:chgData name="Mai Xuan Trang" userId="f3c332be-9d36-4c2c-a25a-1b5a64c76b56" providerId="ADAL" clId="{2F8BF983-8823-6F49-8DBD-F9A318B879C2}" dt="2024-12-20T17:07:38.159" v="883" actId="478"/>
          <ac:picMkLst>
            <pc:docMk/>
            <pc:sldMk cId="823652722" sldId="475"/>
            <ac:picMk id="9" creationId="{EB993352-C70E-4EC3-31AD-F30E224AE63B}"/>
          </ac:picMkLst>
        </pc:picChg>
        <pc:picChg chg="add del mod modCrop">
          <ac:chgData name="Mai Xuan Trang" userId="f3c332be-9d36-4c2c-a25a-1b5a64c76b56" providerId="ADAL" clId="{2F8BF983-8823-6F49-8DBD-F9A318B879C2}" dt="2024-12-20T17:07:36.962" v="882" actId="478"/>
          <ac:picMkLst>
            <pc:docMk/>
            <pc:sldMk cId="823652722" sldId="475"/>
            <ac:picMk id="10" creationId="{F7675EA7-AAFA-6797-5E37-D955BD723837}"/>
          </ac:picMkLst>
        </pc:picChg>
        <pc:picChg chg="add mod">
          <ac:chgData name="Mai Xuan Trang" userId="f3c332be-9d36-4c2c-a25a-1b5a64c76b56" providerId="ADAL" clId="{2F8BF983-8823-6F49-8DBD-F9A318B879C2}" dt="2024-12-20T17:11:30.841" v="935" actId="164"/>
          <ac:picMkLst>
            <pc:docMk/>
            <pc:sldMk cId="823652722" sldId="475"/>
            <ac:picMk id="11" creationId="{CE715D85-286A-4F6D-C2F9-A4EDAC7EE66B}"/>
          </ac:picMkLst>
        </pc:picChg>
        <pc:picChg chg="add mod">
          <ac:chgData name="Mai Xuan Trang" userId="f3c332be-9d36-4c2c-a25a-1b5a64c76b56" providerId="ADAL" clId="{2F8BF983-8823-6F49-8DBD-F9A318B879C2}" dt="2024-12-20T17:10:20.018" v="914" actId="164"/>
          <ac:picMkLst>
            <pc:docMk/>
            <pc:sldMk cId="823652722" sldId="475"/>
            <ac:picMk id="12" creationId="{8A338770-4F92-D7A4-5432-8F665C1522ED}"/>
          </ac:picMkLst>
        </pc:picChg>
        <pc:picChg chg="add mod">
          <ac:chgData name="Mai Xuan Trang" userId="f3c332be-9d36-4c2c-a25a-1b5a64c76b56" providerId="ADAL" clId="{2F8BF983-8823-6F49-8DBD-F9A318B879C2}" dt="2024-12-20T17:11:30.841" v="935" actId="164"/>
          <ac:picMkLst>
            <pc:docMk/>
            <pc:sldMk cId="823652722" sldId="475"/>
            <ac:picMk id="14" creationId="{FC4023E9-A82F-C10B-7C4C-A227DF1AD657}"/>
          </ac:picMkLst>
        </pc:picChg>
        <pc:picChg chg="add mod">
          <ac:chgData name="Mai Xuan Trang" userId="f3c332be-9d36-4c2c-a25a-1b5a64c76b56" providerId="ADAL" clId="{2F8BF983-8823-6F49-8DBD-F9A318B879C2}" dt="2024-12-20T17:11:30.841" v="935" actId="164"/>
          <ac:picMkLst>
            <pc:docMk/>
            <pc:sldMk cId="823652722" sldId="475"/>
            <ac:picMk id="15" creationId="{18D9EE6C-624E-5CD0-806B-8076057063C8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5:47.843" v="1299" actId="2711"/>
        <pc:sldMkLst>
          <pc:docMk/>
          <pc:sldMk cId="1372112667" sldId="476"/>
        </pc:sldMkLst>
        <pc:spChg chg="mod">
          <ac:chgData name="Mai Xuan Trang" userId="f3c332be-9d36-4c2c-a25a-1b5a64c76b56" providerId="ADAL" clId="{2F8BF983-8823-6F49-8DBD-F9A318B879C2}" dt="2024-12-20T17:25:47.843" v="1299" actId="2711"/>
          <ac:spMkLst>
            <pc:docMk/>
            <pc:sldMk cId="1372112667" sldId="476"/>
            <ac:spMk id="2" creationId="{1EB9E093-9D18-AAEF-6F91-C6C633909567}"/>
          </ac:spMkLst>
        </pc:spChg>
        <pc:spChg chg="mod">
          <ac:chgData name="Mai Xuan Trang" userId="f3c332be-9d36-4c2c-a25a-1b5a64c76b56" providerId="ADAL" clId="{2F8BF983-8823-6F49-8DBD-F9A318B879C2}" dt="2024-12-20T17:25:47.843" v="1299" actId="2711"/>
          <ac:spMkLst>
            <pc:docMk/>
            <pc:sldMk cId="1372112667" sldId="476"/>
            <ac:spMk id="3" creationId="{33EFB67F-AD09-DEF0-305D-8B48835A75C6}"/>
          </ac:spMkLst>
        </pc:spChg>
        <pc:spChg chg="mod">
          <ac:chgData name="Mai Xuan Trang" userId="f3c332be-9d36-4c2c-a25a-1b5a64c76b56" providerId="ADAL" clId="{2F8BF983-8823-6F49-8DBD-F9A318B879C2}" dt="2024-12-20T17:25:47.843" v="1299" actId="2711"/>
          <ac:spMkLst>
            <pc:docMk/>
            <pc:sldMk cId="1372112667" sldId="476"/>
            <ac:spMk id="4" creationId="{2F5CC9CB-A579-7BEA-A700-217CEFC7A86C}"/>
          </ac:spMkLst>
        </pc:spChg>
        <pc:spChg chg="mod">
          <ac:chgData name="Mai Xuan Trang" userId="f3c332be-9d36-4c2c-a25a-1b5a64c76b56" providerId="ADAL" clId="{2F8BF983-8823-6F49-8DBD-F9A318B879C2}" dt="2024-12-20T17:25:47.843" v="1299" actId="2711"/>
          <ac:spMkLst>
            <pc:docMk/>
            <pc:sldMk cId="1372112667" sldId="476"/>
            <ac:spMk id="5" creationId="{B6897F5F-E1D6-DB7A-0639-B47305E1A644}"/>
          </ac:spMkLst>
        </pc:spChg>
        <pc:spChg chg="add mod">
          <ac:chgData name="Mai Xuan Trang" userId="f3c332be-9d36-4c2c-a25a-1b5a64c76b56" providerId="ADAL" clId="{2F8BF983-8823-6F49-8DBD-F9A318B879C2}" dt="2024-12-20T17:25:47.843" v="1299" actId="2711"/>
          <ac:spMkLst>
            <pc:docMk/>
            <pc:sldMk cId="1372112667" sldId="476"/>
            <ac:spMk id="7" creationId="{025AFFA1-531A-B82C-55FC-20BAB64FF0B1}"/>
          </ac:spMkLst>
        </pc:spChg>
        <pc:grpChg chg="del">
          <ac:chgData name="Mai Xuan Trang" userId="f3c332be-9d36-4c2c-a25a-1b5a64c76b56" providerId="ADAL" clId="{2F8BF983-8823-6F49-8DBD-F9A318B879C2}" dt="2024-12-20T17:12:07.231" v="968" actId="478"/>
          <ac:grpSpMkLst>
            <pc:docMk/>
            <pc:sldMk cId="1372112667" sldId="476"/>
            <ac:grpSpMk id="13" creationId="{5D947595-ADAF-2ABE-6C26-59CB2DB0B8C3}"/>
          </ac:grpSpMkLst>
        </pc:grpChg>
        <pc:grpChg chg="del">
          <ac:chgData name="Mai Xuan Trang" userId="f3c332be-9d36-4c2c-a25a-1b5a64c76b56" providerId="ADAL" clId="{2F8BF983-8823-6F49-8DBD-F9A318B879C2}" dt="2024-12-20T17:12:08.530" v="969" actId="478"/>
          <ac:grpSpMkLst>
            <pc:docMk/>
            <pc:sldMk cId="1372112667" sldId="476"/>
            <ac:grpSpMk id="16" creationId="{83AD02DB-5B65-05FB-D251-A7D539C7AC0F}"/>
          </ac:grpSpMkLst>
        </pc:grpChg>
        <pc:picChg chg="add mod">
          <ac:chgData name="Mai Xuan Trang" userId="f3c332be-9d36-4c2c-a25a-1b5a64c76b56" providerId="ADAL" clId="{2F8BF983-8823-6F49-8DBD-F9A318B879C2}" dt="2024-12-20T17:12:23.692" v="973" actId="1035"/>
          <ac:picMkLst>
            <pc:docMk/>
            <pc:sldMk cId="1372112667" sldId="476"/>
            <ac:picMk id="8" creationId="{F40C577F-2B6B-8E2A-1A64-C27CB23604F9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5:56.888" v="1300" actId="2711"/>
        <pc:sldMkLst>
          <pc:docMk/>
          <pc:sldMk cId="2002249568" sldId="477"/>
        </pc:sldMkLst>
        <pc:spChg chg="mod">
          <ac:chgData name="Mai Xuan Trang" userId="f3c332be-9d36-4c2c-a25a-1b5a64c76b56" providerId="ADAL" clId="{2F8BF983-8823-6F49-8DBD-F9A318B879C2}" dt="2024-12-20T17:25:56.888" v="1300" actId="2711"/>
          <ac:spMkLst>
            <pc:docMk/>
            <pc:sldMk cId="2002249568" sldId="477"/>
            <ac:spMk id="2" creationId="{42734D3C-6C00-4930-5B52-EB175F2836E8}"/>
          </ac:spMkLst>
        </pc:spChg>
        <pc:spChg chg="mod">
          <ac:chgData name="Mai Xuan Trang" userId="f3c332be-9d36-4c2c-a25a-1b5a64c76b56" providerId="ADAL" clId="{2F8BF983-8823-6F49-8DBD-F9A318B879C2}" dt="2024-12-20T17:25:56.888" v="1300" actId="2711"/>
          <ac:spMkLst>
            <pc:docMk/>
            <pc:sldMk cId="2002249568" sldId="477"/>
            <ac:spMk id="3" creationId="{17F86FCC-D6D1-08E2-5475-F9D3E2A4820D}"/>
          </ac:spMkLst>
        </pc:spChg>
        <pc:spChg chg="mod">
          <ac:chgData name="Mai Xuan Trang" userId="f3c332be-9d36-4c2c-a25a-1b5a64c76b56" providerId="ADAL" clId="{2F8BF983-8823-6F49-8DBD-F9A318B879C2}" dt="2024-12-20T17:25:56.888" v="1300" actId="2711"/>
          <ac:spMkLst>
            <pc:docMk/>
            <pc:sldMk cId="2002249568" sldId="477"/>
            <ac:spMk id="4" creationId="{5DB0C12E-6419-0B1D-738D-A2C216173F8F}"/>
          </ac:spMkLst>
        </pc:spChg>
        <pc:spChg chg="mod">
          <ac:chgData name="Mai Xuan Trang" userId="f3c332be-9d36-4c2c-a25a-1b5a64c76b56" providerId="ADAL" clId="{2F8BF983-8823-6F49-8DBD-F9A318B879C2}" dt="2024-12-20T17:25:56.888" v="1300" actId="2711"/>
          <ac:spMkLst>
            <pc:docMk/>
            <pc:sldMk cId="2002249568" sldId="477"/>
            <ac:spMk id="5" creationId="{08CDF8FA-B709-D913-9723-7AEACC2C8D68}"/>
          </ac:spMkLst>
        </pc:spChg>
        <pc:spChg chg="del">
          <ac:chgData name="Mai Xuan Trang" userId="f3c332be-9d36-4c2c-a25a-1b5a64c76b56" providerId="ADAL" clId="{2F8BF983-8823-6F49-8DBD-F9A318B879C2}" dt="2024-12-20T17:13:40.619" v="1002" actId="478"/>
          <ac:spMkLst>
            <pc:docMk/>
            <pc:sldMk cId="2002249568" sldId="477"/>
            <ac:spMk id="7" creationId="{CF2937BB-A971-8368-F142-2BD6F65BCA15}"/>
          </ac:spMkLst>
        </pc:spChg>
        <pc:graphicFrameChg chg="add mod modGraphic">
          <ac:chgData name="Mai Xuan Trang" userId="f3c332be-9d36-4c2c-a25a-1b5a64c76b56" providerId="ADAL" clId="{2F8BF983-8823-6F49-8DBD-F9A318B879C2}" dt="2024-12-20T17:14:10.387" v="1011" actId="1038"/>
          <ac:graphicFrameMkLst>
            <pc:docMk/>
            <pc:sldMk cId="2002249568" sldId="477"/>
            <ac:graphicFrameMk id="6" creationId="{87A31F4E-8D06-3A9F-1A38-E0CBA1580DC2}"/>
          </ac:graphicFrameMkLst>
        </pc:graphicFrameChg>
        <pc:picChg chg="del">
          <ac:chgData name="Mai Xuan Trang" userId="f3c332be-9d36-4c2c-a25a-1b5a64c76b56" providerId="ADAL" clId="{2F8BF983-8823-6F49-8DBD-F9A318B879C2}" dt="2024-12-20T17:13:37.931" v="1001" actId="478"/>
          <ac:picMkLst>
            <pc:docMk/>
            <pc:sldMk cId="2002249568" sldId="477"/>
            <ac:picMk id="8" creationId="{689A5A72-9590-C1D1-CB47-028C57247FB4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6:04.854" v="1301" actId="2711"/>
        <pc:sldMkLst>
          <pc:docMk/>
          <pc:sldMk cId="2482567562" sldId="478"/>
        </pc:sldMkLst>
        <pc:spChg chg="mod">
          <ac:chgData name="Mai Xuan Trang" userId="f3c332be-9d36-4c2c-a25a-1b5a64c76b56" providerId="ADAL" clId="{2F8BF983-8823-6F49-8DBD-F9A318B879C2}" dt="2024-12-20T17:26:04.854" v="1301" actId="2711"/>
          <ac:spMkLst>
            <pc:docMk/>
            <pc:sldMk cId="2482567562" sldId="478"/>
            <ac:spMk id="2" creationId="{20A6DB1D-76B8-A684-7837-8E69F5568BED}"/>
          </ac:spMkLst>
        </pc:spChg>
        <pc:spChg chg="mod">
          <ac:chgData name="Mai Xuan Trang" userId="f3c332be-9d36-4c2c-a25a-1b5a64c76b56" providerId="ADAL" clId="{2F8BF983-8823-6F49-8DBD-F9A318B879C2}" dt="2024-12-20T17:26:04.854" v="1301" actId="2711"/>
          <ac:spMkLst>
            <pc:docMk/>
            <pc:sldMk cId="2482567562" sldId="478"/>
            <ac:spMk id="3" creationId="{99F557DF-0005-5943-C23E-99DD33F33DA2}"/>
          </ac:spMkLst>
        </pc:spChg>
        <pc:spChg chg="mod">
          <ac:chgData name="Mai Xuan Trang" userId="f3c332be-9d36-4c2c-a25a-1b5a64c76b56" providerId="ADAL" clId="{2F8BF983-8823-6F49-8DBD-F9A318B879C2}" dt="2024-12-20T17:26:04.854" v="1301" actId="2711"/>
          <ac:spMkLst>
            <pc:docMk/>
            <pc:sldMk cId="2482567562" sldId="478"/>
            <ac:spMk id="4" creationId="{13D7B25F-CA41-D70C-5EEB-6B278CC967F8}"/>
          </ac:spMkLst>
        </pc:spChg>
        <pc:spChg chg="mod">
          <ac:chgData name="Mai Xuan Trang" userId="f3c332be-9d36-4c2c-a25a-1b5a64c76b56" providerId="ADAL" clId="{2F8BF983-8823-6F49-8DBD-F9A318B879C2}" dt="2024-12-20T17:26:04.854" v="1301" actId="2711"/>
          <ac:spMkLst>
            <pc:docMk/>
            <pc:sldMk cId="2482567562" sldId="478"/>
            <ac:spMk id="5" creationId="{BFE5D13E-ECE7-C7CC-9A1A-FF9E13137738}"/>
          </ac:spMkLst>
        </pc:spChg>
        <pc:graphicFrameChg chg="del">
          <ac:chgData name="Mai Xuan Trang" userId="f3c332be-9d36-4c2c-a25a-1b5a64c76b56" providerId="ADAL" clId="{2F8BF983-8823-6F49-8DBD-F9A318B879C2}" dt="2024-12-20T17:14:36.891" v="1052" actId="478"/>
          <ac:graphicFrameMkLst>
            <pc:docMk/>
            <pc:sldMk cId="2482567562" sldId="478"/>
            <ac:graphicFrameMk id="6" creationId="{A8A0F7BA-7D95-1E98-E0D1-38E7B257748F}"/>
          </ac:graphicFrameMkLst>
        </pc:graphicFrameChg>
        <pc:graphicFrameChg chg="add mod modGraphic">
          <ac:chgData name="Mai Xuan Trang" userId="f3c332be-9d36-4c2c-a25a-1b5a64c76b56" providerId="ADAL" clId="{2F8BF983-8823-6F49-8DBD-F9A318B879C2}" dt="2024-12-20T17:14:59.620" v="1055" actId="2711"/>
          <ac:graphicFrameMkLst>
            <pc:docMk/>
            <pc:sldMk cId="2482567562" sldId="478"/>
            <ac:graphicFrameMk id="7" creationId="{DAF07B82-9B6D-7FB3-8F2A-3D7D2BE04270}"/>
          </ac:graphicFrameMkLst>
        </pc:graphicFrameChg>
      </pc:sldChg>
      <pc:sldChg chg="addSp delSp modSp add mod">
        <pc:chgData name="Mai Xuan Trang" userId="f3c332be-9d36-4c2c-a25a-1b5a64c76b56" providerId="ADAL" clId="{2F8BF983-8823-6F49-8DBD-F9A318B879C2}" dt="2024-12-20T17:26:23.727" v="1302" actId="2711"/>
        <pc:sldMkLst>
          <pc:docMk/>
          <pc:sldMk cId="1108233698" sldId="479"/>
        </pc:sldMkLst>
        <pc:spChg chg="mod">
          <ac:chgData name="Mai Xuan Trang" userId="f3c332be-9d36-4c2c-a25a-1b5a64c76b56" providerId="ADAL" clId="{2F8BF983-8823-6F49-8DBD-F9A318B879C2}" dt="2024-12-20T17:26:23.727" v="1302" actId="2711"/>
          <ac:spMkLst>
            <pc:docMk/>
            <pc:sldMk cId="1108233698" sldId="479"/>
            <ac:spMk id="2" creationId="{93A37D86-1E4D-52EF-A80A-446B2D2F70E7}"/>
          </ac:spMkLst>
        </pc:spChg>
        <pc:spChg chg="mod">
          <ac:chgData name="Mai Xuan Trang" userId="f3c332be-9d36-4c2c-a25a-1b5a64c76b56" providerId="ADAL" clId="{2F8BF983-8823-6F49-8DBD-F9A318B879C2}" dt="2024-12-20T17:26:23.727" v="1302" actId="2711"/>
          <ac:spMkLst>
            <pc:docMk/>
            <pc:sldMk cId="1108233698" sldId="479"/>
            <ac:spMk id="3" creationId="{C70375A7-9E88-B4C6-FA78-79B2FDC4CB56}"/>
          </ac:spMkLst>
        </pc:spChg>
        <pc:spChg chg="mod">
          <ac:chgData name="Mai Xuan Trang" userId="f3c332be-9d36-4c2c-a25a-1b5a64c76b56" providerId="ADAL" clId="{2F8BF983-8823-6F49-8DBD-F9A318B879C2}" dt="2024-12-20T17:26:23.727" v="1302" actId="2711"/>
          <ac:spMkLst>
            <pc:docMk/>
            <pc:sldMk cId="1108233698" sldId="479"/>
            <ac:spMk id="4" creationId="{F424C80E-E143-5DBC-9C58-9371438A0091}"/>
          </ac:spMkLst>
        </pc:spChg>
        <pc:spChg chg="mod">
          <ac:chgData name="Mai Xuan Trang" userId="f3c332be-9d36-4c2c-a25a-1b5a64c76b56" providerId="ADAL" clId="{2F8BF983-8823-6F49-8DBD-F9A318B879C2}" dt="2024-12-20T17:26:23.727" v="1302" actId="2711"/>
          <ac:spMkLst>
            <pc:docMk/>
            <pc:sldMk cId="1108233698" sldId="479"/>
            <ac:spMk id="5" creationId="{B947DD4E-7268-A4B0-E1FA-ADB7E88B2A3A}"/>
          </ac:spMkLst>
        </pc:spChg>
        <pc:graphicFrameChg chg="del">
          <ac:chgData name="Mai Xuan Trang" userId="f3c332be-9d36-4c2c-a25a-1b5a64c76b56" providerId="ADAL" clId="{2F8BF983-8823-6F49-8DBD-F9A318B879C2}" dt="2024-12-20T17:15:41.471" v="1077" actId="478"/>
          <ac:graphicFrameMkLst>
            <pc:docMk/>
            <pc:sldMk cId="1108233698" sldId="479"/>
            <ac:graphicFrameMk id="7" creationId="{23830FED-AFA9-0428-40C8-236841CE156B}"/>
          </ac:graphicFrameMkLst>
        </pc:graphicFrameChg>
        <pc:picChg chg="add mod">
          <ac:chgData name="Mai Xuan Trang" userId="f3c332be-9d36-4c2c-a25a-1b5a64c76b56" providerId="ADAL" clId="{2F8BF983-8823-6F49-8DBD-F9A318B879C2}" dt="2024-12-20T17:15:57.584" v="1085" actId="1038"/>
          <ac:picMkLst>
            <pc:docMk/>
            <pc:sldMk cId="1108233698" sldId="479"/>
            <ac:picMk id="6" creationId="{C2F8B75F-6E5E-2FCB-A176-A43CAC8318D8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6:30.736" v="1303" actId="2711"/>
        <pc:sldMkLst>
          <pc:docMk/>
          <pc:sldMk cId="1649519205" sldId="480"/>
        </pc:sldMkLst>
        <pc:spChg chg="mod">
          <ac:chgData name="Mai Xuan Trang" userId="f3c332be-9d36-4c2c-a25a-1b5a64c76b56" providerId="ADAL" clId="{2F8BF983-8823-6F49-8DBD-F9A318B879C2}" dt="2024-12-20T17:26:30.736" v="1303" actId="2711"/>
          <ac:spMkLst>
            <pc:docMk/>
            <pc:sldMk cId="1649519205" sldId="480"/>
            <ac:spMk id="2" creationId="{6AF9E3E2-8F33-D64C-DFCE-9DF49317B022}"/>
          </ac:spMkLst>
        </pc:spChg>
        <pc:spChg chg="mod">
          <ac:chgData name="Mai Xuan Trang" userId="f3c332be-9d36-4c2c-a25a-1b5a64c76b56" providerId="ADAL" clId="{2F8BF983-8823-6F49-8DBD-F9A318B879C2}" dt="2024-12-20T17:26:30.736" v="1303" actId="2711"/>
          <ac:spMkLst>
            <pc:docMk/>
            <pc:sldMk cId="1649519205" sldId="480"/>
            <ac:spMk id="3" creationId="{DD8310E6-E864-C408-DCD6-492BB2090018}"/>
          </ac:spMkLst>
        </pc:spChg>
        <pc:spChg chg="mod">
          <ac:chgData name="Mai Xuan Trang" userId="f3c332be-9d36-4c2c-a25a-1b5a64c76b56" providerId="ADAL" clId="{2F8BF983-8823-6F49-8DBD-F9A318B879C2}" dt="2024-12-20T17:26:30.736" v="1303" actId="2711"/>
          <ac:spMkLst>
            <pc:docMk/>
            <pc:sldMk cId="1649519205" sldId="480"/>
            <ac:spMk id="4" creationId="{33F50B86-3D5C-C1E3-7798-9081991D9A01}"/>
          </ac:spMkLst>
        </pc:spChg>
        <pc:spChg chg="mod">
          <ac:chgData name="Mai Xuan Trang" userId="f3c332be-9d36-4c2c-a25a-1b5a64c76b56" providerId="ADAL" clId="{2F8BF983-8823-6F49-8DBD-F9A318B879C2}" dt="2024-12-20T17:26:30.736" v="1303" actId="2711"/>
          <ac:spMkLst>
            <pc:docMk/>
            <pc:sldMk cId="1649519205" sldId="480"/>
            <ac:spMk id="5" creationId="{610B5B8F-4FAB-4A3A-5E9D-8F3599E08F81}"/>
          </ac:spMkLst>
        </pc:spChg>
        <pc:picChg chg="del">
          <ac:chgData name="Mai Xuan Trang" userId="f3c332be-9d36-4c2c-a25a-1b5a64c76b56" providerId="ADAL" clId="{2F8BF983-8823-6F49-8DBD-F9A318B879C2}" dt="2024-12-20T17:16:14.539" v="1096" actId="478"/>
          <ac:picMkLst>
            <pc:docMk/>
            <pc:sldMk cId="1649519205" sldId="480"/>
            <ac:picMk id="6" creationId="{0BF9635F-4AD8-801A-6865-185839200630}"/>
          </ac:picMkLst>
        </pc:picChg>
        <pc:picChg chg="add mod">
          <ac:chgData name="Mai Xuan Trang" userId="f3c332be-9d36-4c2c-a25a-1b5a64c76b56" providerId="ADAL" clId="{2F8BF983-8823-6F49-8DBD-F9A318B879C2}" dt="2024-12-20T17:16:26.715" v="1098" actId="1076"/>
          <ac:picMkLst>
            <pc:docMk/>
            <pc:sldMk cId="1649519205" sldId="480"/>
            <ac:picMk id="7" creationId="{02B5E701-67C9-FADE-13B1-EE3B5E75F9C9}"/>
          </ac:picMkLst>
        </pc:picChg>
      </pc:sldChg>
      <pc:sldChg chg="addSp delSp modSp add mod">
        <pc:chgData name="Mai Xuan Trang" userId="f3c332be-9d36-4c2c-a25a-1b5a64c76b56" providerId="ADAL" clId="{2F8BF983-8823-6F49-8DBD-F9A318B879C2}" dt="2024-12-20T17:26:38.232" v="1304" actId="2711"/>
        <pc:sldMkLst>
          <pc:docMk/>
          <pc:sldMk cId="158870525" sldId="481"/>
        </pc:sldMkLst>
        <pc:spChg chg="mod">
          <ac:chgData name="Mai Xuan Trang" userId="f3c332be-9d36-4c2c-a25a-1b5a64c76b56" providerId="ADAL" clId="{2F8BF983-8823-6F49-8DBD-F9A318B879C2}" dt="2024-12-20T17:26:38.232" v="1304" actId="2711"/>
          <ac:spMkLst>
            <pc:docMk/>
            <pc:sldMk cId="158870525" sldId="481"/>
            <ac:spMk id="2" creationId="{92EA5B7C-20CD-07B2-277E-BC36E2AF27F0}"/>
          </ac:spMkLst>
        </pc:spChg>
        <pc:spChg chg="mod">
          <ac:chgData name="Mai Xuan Trang" userId="f3c332be-9d36-4c2c-a25a-1b5a64c76b56" providerId="ADAL" clId="{2F8BF983-8823-6F49-8DBD-F9A318B879C2}" dt="2024-12-20T17:26:38.232" v="1304" actId="2711"/>
          <ac:spMkLst>
            <pc:docMk/>
            <pc:sldMk cId="158870525" sldId="481"/>
            <ac:spMk id="3" creationId="{8EFA698F-AC24-12BA-65BE-667977BFED6D}"/>
          </ac:spMkLst>
        </pc:spChg>
        <pc:spChg chg="mod">
          <ac:chgData name="Mai Xuan Trang" userId="f3c332be-9d36-4c2c-a25a-1b5a64c76b56" providerId="ADAL" clId="{2F8BF983-8823-6F49-8DBD-F9A318B879C2}" dt="2024-12-20T17:26:38.232" v="1304" actId="2711"/>
          <ac:spMkLst>
            <pc:docMk/>
            <pc:sldMk cId="158870525" sldId="481"/>
            <ac:spMk id="4" creationId="{17E95166-D661-38AA-8222-B7CC85A600B0}"/>
          </ac:spMkLst>
        </pc:spChg>
        <pc:spChg chg="mod">
          <ac:chgData name="Mai Xuan Trang" userId="f3c332be-9d36-4c2c-a25a-1b5a64c76b56" providerId="ADAL" clId="{2F8BF983-8823-6F49-8DBD-F9A318B879C2}" dt="2024-12-20T17:26:38.232" v="1304" actId="2711"/>
          <ac:spMkLst>
            <pc:docMk/>
            <pc:sldMk cId="158870525" sldId="481"/>
            <ac:spMk id="5" creationId="{09902DF3-A4AB-7C6A-9DE0-834615C215A6}"/>
          </ac:spMkLst>
        </pc:spChg>
        <pc:graphicFrameChg chg="add mod">
          <ac:chgData name="Mai Xuan Trang" userId="f3c332be-9d36-4c2c-a25a-1b5a64c76b56" providerId="ADAL" clId="{2F8BF983-8823-6F49-8DBD-F9A318B879C2}" dt="2024-12-20T17:26:38.232" v="1304" actId="2711"/>
          <ac:graphicFrameMkLst>
            <pc:docMk/>
            <pc:sldMk cId="158870525" sldId="481"/>
            <ac:graphicFrameMk id="6" creationId="{DE7894DD-9D64-7844-8657-E6AE677C6566}"/>
          </ac:graphicFrameMkLst>
        </pc:graphicFrameChg>
        <pc:picChg chg="del">
          <ac:chgData name="Mai Xuan Trang" userId="f3c332be-9d36-4c2c-a25a-1b5a64c76b56" providerId="ADAL" clId="{2F8BF983-8823-6F49-8DBD-F9A318B879C2}" dt="2024-12-20T17:16:43.759" v="1100" actId="478"/>
          <ac:picMkLst>
            <pc:docMk/>
            <pc:sldMk cId="158870525" sldId="481"/>
            <ac:picMk id="7" creationId="{1E042E94-D894-1B10-DBE3-06719E193467}"/>
          </ac:picMkLst>
        </pc:picChg>
      </pc:sldChg>
      <pc:sldChg chg="delSp modSp add mod">
        <pc:chgData name="Mai Xuan Trang" userId="f3c332be-9d36-4c2c-a25a-1b5a64c76b56" providerId="ADAL" clId="{2F8BF983-8823-6F49-8DBD-F9A318B879C2}" dt="2024-12-20T17:29:54.156" v="1349" actId="2711"/>
        <pc:sldMkLst>
          <pc:docMk/>
          <pc:sldMk cId="2353673251" sldId="947"/>
        </pc:sldMkLst>
        <pc:spChg chg="mod">
          <ac:chgData name="Mai Xuan Trang" userId="f3c332be-9d36-4c2c-a25a-1b5a64c76b56" providerId="ADAL" clId="{2F8BF983-8823-6F49-8DBD-F9A318B879C2}" dt="2024-12-20T17:29:54.156" v="1349" actId="2711"/>
          <ac:spMkLst>
            <pc:docMk/>
            <pc:sldMk cId="2353673251" sldId="947"/>
            <ac:spMk id="2" creationId="{CE01051B-47B0-1548-BD4B-E224568DA1DB}"/>
          </ac:spMkLst>
        </pc:spChg>
        <pc:spChg chg="mod">
          <ac:chgData name="Mai Xuan Trang" userId="f3c332be-9d36-4c2c-a25a-1b5a64c76b56" providerId="ADAL" clId="{2F8BF983-8823-6F49-8DBD-F9A318B879C2}" dt="2024-12-20T17:29:54.156" v="1349" actId="2711"/>
          <ac:spMkLst>
            <pc:docMk/>
            <pc:sldMk cId="2353673251" sldId="947"/>
            <ac:spMk id="3" creationId="{496D4153-3BC1-984A-832C-E1A65F7A3BEA}"/>
          </ac:spMkLst>
        </pc:spChg>
        <pc:spChg chg="mod">
          <ac:chgData name="Mai Xuan Trang" userId="f3c332be-9d36-4c2c-a25a-1b5a64c76b56" providerId="ADAL" clId="{2F8BF983-8823-6F49-8DBD-F9A318B879C2}" dt="2024-12-20T17:29:54.156" v="1349" actId="2711"/>
          <ac:spMkLst>
            <pc:docMk/>
            <pc:sldMk cId="2353673251" sldId="947"/>
            <ac:spMk id="4" creationId="{CFAD151F-A35D-7F41-961D-05BF81E3B955}"/>
          </ac:spMkLst>
        </pc:spChg>
        <pc:spChg chg="mod">
          <ac:chgData name="Mai Xuan Trang" userId="f3c332be-9d36-4c2c-a25a-1b5a64c76b56" providerId="ADAL" clId="{2F8BF983-8823-6F49-8DBD-F9A318B879C2}" dt="2024-12-20T17:29:54.156" v="1349" actId="2711"/>
          <ac:spMkLst>
            <pc:docMk/>
            <pc:sldMk cId="2353673251" sldId="947"/>
            <ac:spMk id="5" creationId="{F654B498-E82B-4C44-A1A4-D901B8E05D41}"/>
          </ac:spMkLst>
        </pc:spChg>
        <pc:spChg chg="del">
          <ac:chgData name="Mai Xuan Trang" userId="f3c332be-9d36-4c2c-a25a-1b5a64c76b56" providerId="ADAL" clId="{2F8BF983-8823-6F49-8DBD-F9A318B879C2}" dt="2024-12-20T17:29:47.191" v="1348" actId="478"/>
          <ac:spMkLst>
            <pc:docMk/>
            <pc:sldMk cId="2353673251" sldId="947"/>
            <ac:spMk id="6" creationId="{E7E6B4C8-5730-4B81-D230-9B2E400ED618}"/>
          </ac:spMkLst>
        </pc:spChg>
      </pc:sldChg>
      <pc:sldChg chg="modSp add mod">
        <pc:chgData name="Mai Xuan Trang" userId="f3c332be-9d36-4c2c-a25a-1b5a64c76b56" providerId="ADAL" clId="{2F8BF983-8823-6F49-8DBD-F9A318B879C2}" dt="2024-12-20T17:30:09.809" v="1350" actId="2711"/>
        <pc:sldMkLst>
          <pc:docMk/>
          <pc:sldMk cId="264129751" sldId="951"/>
        </pc:sldMkLst>
        <pc:spChg chg="mod">
          <ac:chgData name="Mai Xuan Trang" userId="f3c332be-9d36-4c2c-a25a-1b5a64c76b56" providerId="ADAL" clId="{2F8BF983-8823-6F49-8DBD-F9A318B879C2}" dt="2024-12-20T17:30:09.809" v="1350" actId="2711"/>
          <ac:spMkLst>
            <pc:docMk/>
            <pc:sldMk cId="264129751" sldId="951"/>
            <ac:spMk id="2" creationId="{2B49C35B-0AE2-104D-BFC3-C2AC77D88F57}"/>
          </ac:spMkLst>
        </pc:spChg>
        <pc:spChg chg="mod">
          <ac:chgData name="Mai Xuan Trang" userId="f3c332be-9d36-4c2c-a25a-1b5a64c76b56" providerId="ADAL" clId="{2F8BF983-8823-6F49-8DBD-F9A318B879C2}" dt="2024-12-20T17:30:09.809" v="1350" actId="2711"/>
          <ac:spMkLst>
            <pc:docMk/>
            <pc:sldMk cId="264129751" sldId="951"/>
            <ac:spMk id="3" creationId="{B8F04F88-754D-D64B-9FD4-4152E1F4F172}"/>
          </ac:spMkLst>
        </pc:spChg>
        <pc:spChg chg="mod">
          <ac:chgData name="Mai Xuan Trang" userId="f3c332be-9d36-4c2c-a25a-1b5a64c76b56" providerId="ADAL" clId="{2F8BF983-8823-6F49-8DBD-F9A318B879C2}" dt="2024-12-20T17:30:09.809" v="1350" actId="2711"/>
          <ac:spMkLst>
            <pc:docMk/>
            <pc:sldMk cId="264129751" sldId="951"/>
            <ac:spMk id="4" creationId="{51B0C3D7-C814-0D42-86E7-3770B4DC545B}"/>
          </ac:spMkLst>
        </pc:spChg>
        <pc:spChg chg="mod">
          <ac:chgData name="Mai Xuan Trang" userId="f3c332be-9d36-4c2c-a25a-1b5a64c76b56" providerId="ADAL" clId="{2F8BF983-8823-6F49-8DBD-F9A318B879C2}" dt="2024-12-20T17:30:09.809" v="1350" actId="2711"/>
          <ac:spMkLst>
            <pc:docMk/>
            <pc:sldMk cId="264129751" sldId="951"/>
            <ac:spMk id="5" creationId="{C8B06443-3848-FA4F-8A31-BFA1E3D5D211}"/>
          </ac:spMkLst>
        </pc:spChg>
        <pc:spChg chg="mod">
          <ac:chgData name="Mai Xuan Trang" userId="f3c332be-9d36-4c2c-a25a-1b5a64c76b56" providerId="ADAL" clId="{2F8BF983-8823-6F49-8DBD-F9A318B879C2}" dt="2024-12-20T17:30:09.809" v="1350" actId="2711"/>
          <ac:spMkLst>
            <pc:docMk/>
            <pc:sldMk cId="264129751" sldId="951"/>
            <ac:spMk id="6" creationId="{C533771D-1D76-17C9-B0C3-28D15B45DB17}"/>
          </ac:spMkLst>
        </pc:spChg>
      </pc:sldChg>
      <pc:sldChg chg="delSp modSp add mod">
        <pc:chgData name="Mai Xuan Trang" userId="f3c332be-9d36-4c2c-a25a-1b5a64c76b56" providerId="ADAL" clId="{2F8BF983-8823-6F49-8DBD-F9A318B879C2}" dt="2024-12-20T17:30:24.481" v="1352" actId="478"/>
        <pc:sldMkLst>
          <pc:docMk/>
          <pc:sldMk cId="3479397164" sldId="952"/>
        </pc:sldMkLst>
        <pc:spChg chg="mod">
          <ac:chgData name="Mai Xuan Trang" userId="f3c332be-9d36-4c2c-a25a-1b5a64c76b56" providerId="ADAL" clId="{2F8BF983-8823-6F49-8DBD-F9A318B879C2}" dt="2024-12-20T17:30:18.277" v="1351" actId="2711"/>
          <ac:spMkLst>
            <pc:docMk/>
            <pc:sldMk cId="3479397164" sldId="952"/>
            <ac:spMk id="2" creationId="{2B49C35B-0AE2-104D-BFC3-C2AC77D88F57}"/>
          </ac:spMkLst>
        </pc:spChg>
        <pc:spChg chg="mod">
          <ac:chgData name="Mai Xuan Trang" userId="f3c332be-9d36-4c2c-a25a-1b5a64c76b56" providerId="ADAL" clId="{2F8BF983-8823-6F49-8DBD-F9A318B879C2}" dt="2024-12-20T17:30:18.277" v="1351" actId="2711"/>
          <ac:spMkLst>
            <pc:docMk/>
            <pc:sldMk cId="3479397164" sldId="952"/>
            <ac:spMk id="3" creationId="{B8F04F88-754D-D64B-9FD4-4152E1F4F172}"/>
          </ac:spMkLst>
        </pc:spChg>
        <pc:spChg chg="mod">
          <ac:chgData name="Mai Xuan Trang" userId="f3c332be-9d36-4c2c-a25a-1b5a64c76b56" providerId="ADAL" clId="{2F8BF983-8823-6F49-8DBD-F9A318B879C2}" dt="2024-12-20T17:30:18.277" v="1351" actId="2711"/>
          <ac:spMkLst>
            <pc:docMk/>
            <pc:sldMk cId="3479397164" sldId="952"/>
            <ac:spMk id="4" creationId="{51B0C3D7-C814-0D42-86E7-3770B4DC545B}"/>
          </ac:spMkLst>
        </pc:spChg>
        <pc:spChg chg="mod">
          <ac:chgData name="Mai Xuan Trang" userId="f3c332be-9d36-4c2c-a25a-1b5a64c76b56" providerId="ADAL" clId="{2F8BF983-8823-6F49-8DBD-F9A318B879C2}" dt="2024-12-20T17:30:18.277" v="1351" actId="2711"/>
          <ac:spMkLst>
            <pc:docMk/>
            <pc:sldMk cId="3479397164" sldId="952"/>
            <ac:spMk id="5" creationId="{C8B06443-3848-FA4F-8A31-BFA1E3D5D211}"/>
          </ac:spMkLst>
        </pc:spChg>
        <pc:spChg chg="del mod">
          <ac:chgData name="Mai Xuan Trang" userId="f3c332be-9d36-4c2c-a25a-1b5a64c76b56" providerId="ADAL" clId="{2F8BF983-8823-6F49-8DBD-F9A318B879C2}" dt="2024-12-20T17:30:24.481" v="1352" actId="478"/>
          <ac:spMkLst>
            <pc:docMk/>
            <pc:sldMk cId="3479397164" sldId="952"/>
            <ac:spMk id="6" creationId="{7A2C790B-ABBC-AFD4-2B67-F6B70515DAE4}"/>
          </ac:spMkLst>
        </pc:spChg>
      </pc:sldChg>
      <pc:sldChg chg="modSp add mod">
        <pc:chgData name="Mai Xuan Trang" userId="f3c332be-9d36-4c2c-a25a-1b5a64c76b56" providerId="ADAL" clId="{2F8BF983-8823-6F49-8DBD-F9A318B879C2}" dt="2024-12-20T17:29:21.145" v="1345" actId="2711"/>
        <pc:sldMkLst>
          <pc:docMk/>
          <pc:sldMk cId="4198939722" sldId="956"/>
        </pc:sldMkLst>
        <pc:spChg chg="mod">
          <ac:chgData name="Mai Xuan Trang" userId="f3c332be-9d36-4c2c-a25a-1b5a64c76b56" providerId="ADAL" clId="{2F8BF983-8823-6F49-8DBD-F9A318B879C2}" dt="2024-12-20T17:29:21.145" v="1345" actId="2711"/>
          <ac:spMkLst>
            <pc:docMk/>
            <pc:sldMk cId="4198939722" sldId="956"/>
            <ac:spMk id="2" creationId="{9727B4FB-7376-0544-BF3A-4AD5C368A2C1}"/>
          </ac:spMkLst>
        </pc:spChg>
        <pc:spChg chg="mod">
          <ac:chgData name="Mai Xuan Trang" userId="f3c332be-9d36-4c2c-a25a-1b5a64c76b56" providerId="ADAL" clId="{2F8BF983-8823-6F49-8DBD-F9A318B879C2}" dt="2024-12-20T17:29:21.145" v="1345" actId="2711"/>
          <ac:spMkLst>
            <pc:docMk/>
            <pc:sldMk cId="4198939722" sldId="956"/>
            <ac:spMk id="3" creationId="{1FA20DA6-82E6-E04F-B6FB-449529C3110F}"/>
          </ac:spMkLst>
        </pc:spChg>
        <pc:spChg chg="mod">
          <ac:chgData name="Mai Xuan Trang" userId="f3c332be-9d36-4c2c-a25a-1b5a64c76b56" providerId="ADAL" clId="{2F8BF983-8823-6F49-8DBD-F9A318B879C2}" dt="2024-12-20T17:29:21.145" v="1345" actId="2711"/>
          <ac:spMkLst>
            <pc:docMk/>
            <pc:sldMk cId="4198939722" sldId="956"/>
            <ac:spMk id="4" creationId="{DD9BF83E-EBEA-5146-917C-CA24AB5C7917}"/>
          </ac:spMkLst>
        </pc:spChg>
        <pc:spChg chg="mod">
          <ac:chgData name="Mai Xuan Trang" userId="f3c332be-9d36-4c2c-a25a-1b5a64c76b56" providerId="ADAL" clId="{2F8BF983-8823-6F49-8DBD-F9A318B879C2}" dt="2024-12-20T17:29:21.145" v="1345" actId="2711"/>
          <ac:spMkLst>
            <pc:docMk/>
            <pc:sldMk cId="4198939722" sldId="956"/>
            <ac:spMk id="5" creationId="{544F9CE3-3459-1A40-AC8D-14185B9102DD}"/>
          </ac:spMkLst>
        </pc:spChg>
        <pc:graphicFrameChg chg="mod modGraphic">
          <ac:chgData name="Mai Xuan Trang" userId="f3c332be-9d36-4c2c-a25a-1b5a64c76b56" providerId="ADAL" clId="{2F8BF983-8823-6F49-8DBD-F9A318B879C2}" dt="2024-12-20T17:21:56.069" v="1282" actId="2711"/>
          <ac:graphicFrameMkLst>
            <pc:docMk/>
            <pc:sldMk cId="4198939722" sldId="956"/>
            <ac:graphicFrameMk id="7" creationId="{A63134A3-9B3D-FAAA-5F03-5C1EEB9C7746}"/>
          </ac:graphicFrameMkLst>
        </pc:graphicFrameChg>
      </pc:sldChg>
      <pc:sldChg chg="delSp modSp add mod">
        <pc:chgData name="Mai Xuan Trang" userId="f3c332be-9d36-4c2c-a25a-1b5a64c76b56" providerId="ADAL" clId="{2F8BF983-8823-6F49-8DBD-F9A318B879C2}" dt="2024-12-20T17:30:35.243" v="1354" actId="2711"/>
        <pc:sldMkLst>
          <pc:docMk/>
          <pc:sldMk cId="497163931" sldId="962"/>
        </pc:sldMkLst>
        <pc:spChg chg="mod">
          <ac:chgData name="Mai Xuan Trang" userId="f3c332be-9d36-4c2c-a25a-1b5a64c76b56" providerId="ADAL" clId="{2F8BF983-8823-6F49-8DBD-F9A318B879C2}" dt="2024-12-20T17:30:35.243" v="1354" actId="2711"/>
          <ac:spMkLst>
            <pc:docMk/>
            <pc:sldMk cId="497163931" sldId="962"/>
            <ac:spMk id="2" creationId="{2B49C35B-0AE2-104D-BFC3-C2AC77D88F57}"/>
          </ac:spMkLst>
        </pc:spChg>
        <pc:spChg chg="mod">
          <ac:chgData name="Mai Xuan Trang" userId="f3c332be-9d36-4c2c-a25a-1b5a64c76b56" providerId="ADAL" clId="{2F8BF983-8823-6F49-8DBD-F9A318B879C2}" dt="2024-12-20T17:30:35.243" v="1354" actId="2711"/>
          <ac:spMkLst>
            <pc:docMk/>
            <pc:sldMk cId="497163931" sldId="962"/>
            <ac:spMk id="3" creationId="{B8F04F88-754D-D64B-9FD4-4152E1F4F172}"/>
          </ac:spMkLst>
        </pc:spChg>
        <pc:spChg chg="mod">
          <ac:chgData name="Mai Xuan Trang" userId="f3c332be-9d36-4c2c-a25a-1b5a64c76b56" providerId="ADAL" clId="{2F8BF983-8823-6F49-8DBD-F9A318B879C2}" dt="2024-12-20T17:30:35.243" v="1354" actId="2711"/>
          <ac:spMkLst>
            <pc:docMk/>
            <pc:sldMk cId="497163931" sldId="962"/>
            <ac:spMk id="4" creationId="{51B0C3D7-C814-0D42-86E7-3770B4DC545B}"/>
          </ac:spMkLst>
        </pc:spChg>
        <pc:spChg chg="mod">
          <ac:chgData name="Mai Xuan Trang" userId="f3c332be-9d36-4c2c-a25a-1b5a64c76b56" providerId="ADAL" clId="{2F8BF983-8823-6F49-8DBD-F9A318B879C2}" dt="2024-12-20T17:30:35.243" v="1354" actId="2711"/>
          <ac:spMkLst>
            <pc:docMk/>
            <pc:sldMk cId="497163931" sldId="962"/>
            <ac:spMk id="5" creationId="{C8B06443-3848-FA4F-8A31-BFA1E3D5D211}"/>
          </ac:spMkLst>
        </pc:spChg>
        <pc:spChg chg="del">
          <ac:chgData name="Mai Xuan Trang" userId="f3c332be-9d36-4c2c-a25a-1b5a64c76b56" providerId="ADAL" clId="{2F8BF983-8823-6F49-8DBD-F9A318B879C2}" dt="2024-12-20T17:30:29.759" v="1353" actId="478"/>
          <ac:spMkLst>
            <pc:docMk/>
            <pc:sldMk cId="497163931" sldId="962"/>
            <ac:spMk id="7" creationId="{187D8965-33AB-6374-418A-D3EE2997EBF1}"/>
          </ac:spMkLst>
        </pc:spChg>
      </pc:sldChg>
      <pc:sldChg chg="delSp modSp add mod">
        <pc:chgData name="Mai Xuan Trang" userId="f3c332be-9d36-4c2c-a25a-1b5a64c76b56" providerId="ADAL" clId="{2F8BF983-8823-6F49-8DBD-F9A318B879C2}" dt="2024-12-20T17:30:47.809" v="1356" actId="2711"/>
        <pc:sldMkLst>
          <pc:docMk/>
          <pc:sldMk cId="2697423082" sldId="964"/>
        </pc:sldMkLst>
        <pc:spChg chg="mod">
          <ac:chgData name="Mai Xuan Trang" userId="f3c332be-9d36-4c2c-a25a-1b5a64c76b56" providerId="ADAL" clId="{2F8BF983-8823-6F49-8DBD-F9A318B879C2}" dt="2024-12-20T17:30:47.809" v="1356" actId="2711"/>
          <ac:spMkLst>
            <pc:docMk/>
            <pc:sldMk cId="2697423082" sldId="964"/>
            <ac:spMk id="2" creationId="{2B49C35B-0AE2-104D-BFC3-C2AC77D88F57}"/>
          </ac:spMkLst>
        </pc:spChg>
        <pc:spChg chg="mod">
          <ac:chgData name="Mai Xuan Trang" userId="f3c332be-9d36-4c2c-a25a-1b5a64c76b56" providerId="ADAL" clId="{2F8BF983-8823-6F49-8DBD-F9A318B879C2}" dt="2024-12-20T17:30:47.809" v="1356" actId="2711"/>
          <ac:spMkLst>
            <pc:docMk/>
            <pc:sldMk cId="2697423082" sldId="964"/>
            <ac:spMk id="3" creationId="{B8F04F88-754D-D64B-9FD4-4152E1F4F172}"/>
          </ac:spMkLst>
        </pc:spChg>
        <pc:spChg chg="mod">
          <ac:chgData name="Mai Xuan Trang" userId="f3c332be-9d36-4c2c-a25a-1b5a64c76b56" providerId="ADAL" clId="{2F8BF983-8823-6F49-8DBD-F9A318B879C2}" dt="2024-12-20T17:30:47.809" v="1356" actId="2711"/>
          <ac:spMkLst>
            <pc:docMk/>
            <pc:sldMk cId="2697423082" sldId="964"/>
            <ac:spMk id="4" creationId="{51B0C3D7-C814-0D42-86E7-3770B4DC545B}"/>
          </ac:spMkLst>
        </pc:spChg>
        <pc:spChg chg="mod">
          <ac:chgData name="Mai Xuan Trang" userId="f3c332be-9d36-4c2c-a25a-1b5a64c76b56" providerId="ADAL" clId="{2F8BF983-8823-6F49-8DBD-F9A318B879C2}" dt="2024-12-20T17:30:47.809" v="1356" actId="2711"/>
          <ac:spMkLst>
            <pc:docMk/>
            <pc:sldMk cId="2697423082" sldId="964"/>
            <ac:spMk id="5" creationId="{C8B06443-3848-FA4F-8A31-BFA1E3D5D211}"/>
          </ac:spMkLst>
        </pc:spChg>
        <pc:spChg chg="mod">
          <ac:chgData name="Mai Xuan Trang" userId="f3c332be-9d36-4c2c-a25a-1b5a64c76b56" providerId="ADAL" clId="{2F8BF983-8823-6F49-8DBD-F9A318B879C2}" dt="2024-12-20T17:30:47.809" v="1356" actId="2711"/>
          <ac:spMkLst>
            <pc:docMk/>
            <pc:sldMk cId="2697423082" sldId="964"/>
            <ac:spMk id="6" creationId="{9CDCE9C9-C66D-37F3-BF17-C36D3D984068}"/>
          </ac:spMkLst>
        </pc:spChg>
        <pc:spChg chg="mod">
          <ac:chgData name="Mai Xuan Trang" userId="f3c332be-9d36-4c2c-a25a-1b5a64c76b56" providerId="ADAL" clId="{2F8BF983-8823-6F49-8DBD-F9A318B879C2}" dt="2024-12-20T17:30:47.809" v="1356" actId="2711"/>
          <ac:spMkLst>
            <pc:docMk/>
            <pc:sldMk cId="2697423082" sldId="964"/>
            <ac:spMk id="8" creationId="{6387C4B7-A317-6DE2-B995-488021131DFF}"/>
          </ac:spMkLst>
        </pc:spChg>
        <pc:spChg chg="del">
          <ac:chgData name="Mai Xuan Trang" userId="f3c332be-9d36-4c2c-a25a-1b5a64c76b56" providerId="ADAL" clId="{2F8BF983-8823-6F49-8DBD-F9A318B879C2}" dt="2024-12-20T17:30:42.280" v="1355" actId="478"/>
          <ac:spMkLst>
            <pc:docMk/>
            <pc:sldMk cId="2697423082" sldId="964"/>
            <ac:spMk id="9" creationId="{3A8ED211-F4CA-C238-A9BD-7BE01BC53369}"/>
          </ac:spMkLst>
        </pc:spChg>
        <pc:graphicFrameChg chg="mod">
          <ac:chgData name="Mai Xuan Trang" userId="f3c332be-9d36-4c2c-a25a-1b5a64c76b56" providerId="ADAL" clId="{2F8BF983-8823-6F49-8DBD-F9A318B879C2}" dt="2024-12-20T17:30:47.809" v="1356" actId="2711"/>
          <ac:graphicFrameMkLst>
            <pc:docMk/>
            <pc:sldMk cId="2697423082" sldId="964"/>
            <ac:graphicFrameMk id="7" creationId="{21DFFB21-1707-7193-509E-AFF3B69235BF}"/>
          </ac:graphicFrameMkLst>
        </pc:graphicFrameChg>
      </pc:sldChg>
      <pc:sldChg chg="delSp modSp add mod">
        <pc:chgData name="Mai Xuan Trang" userId="f3c332be-9d36-4c2c-a25a-1b5a64c76b56" providerId="ADAL" clId="{2F8BF983-8823-6F49-8DBD-F9A318B879C2}" dt="2024-12-20T17:29:39.374" v="1347" actId="478"/>
        <pc:sldMkLst>
          <pc:docMk/>
          <pc:sldMk cId="3058575604" sldId="968"/>
        </pc:sldMkLst>
        <pc:spChg chg="mod">
          <ac:chgData name="Mai Xuan Trang" userId="f3c332be-9d36-4c2c-a25a-1b5a64c76b56" providerId="ADAL" clId="{2F8BF983-8823-6F49-8DBD-F9A318B879C2}" dt="2024-12-20T17:29:35.236" v="1346" actId="2711"/>
          <ac:spMkLst>
            <pc:docMk/>
            <pc:sldMk cId="3058575604" sldId="968"/>
            <ac:spMk id="2" creationId="{E4B2C924-2919-E234-499B-9C53CDA81430}"/>
          </ac:spMkLst>
        </pc:spChg>
        <pc:spChg chg="mod">
          <ac:chgData name="Mai Xuan Trang" userId="f3c332be-9d36-4c2c-a25a-1b5a64c76b56" providerId="ADAL" clId="{2F8BF983-8823-6F49-8DBD-F9A318B879C2}" dt="2024-12-20T17:29:35.236" v="1346" actId="2711"/>
          <ac:spMkLst>
            <pc:docMk/>
            <pc:sldMk cId="3058575604" sldId="968"/>
            <ac:spMk id="3" creationId="{9629B418-93FA-19AB-BBBA-5E9E1197B121}"/>
          </ac:spMkLst>
        </pc:spChg>
        <pc:spChg chg="mod">
          <ac:chgData name="Mai Xuan Trang" userId="f3c332be-9d36-4c2c-a25a-1b5a64c76b56" providerId="ADAL" clId="{2F8BF983-8823-6F49-8DBD-F9A318B879C2}" dt="2024-12-20T17:29:35.236" v="1346" actId="2711"/>
          <ac:spMkLst>
            <pc:docMk/>
            <pc:sldMk cId="3058575604" sldId="968"/>
            <ac:spMk id="4" creationId="{E09EE1B8-4A61-F544-6CE5-B3C1D3D58D6B}"/>
          </ac:spMkLst>
        </pc:spChg>
        <pc:spChg chg="mod">
          <ac:chgData name="Mai Xuan Trang" userId="f3c332be-9d36-4c2c-a25a-1b5a64c76b56" providerId="ADAL" clId="{2F8BF983-8823-6F49-8DBD-F9A318B879C2}" dt="2024-12-20T17:29:35.236" v="1346" actId="2711"/>
          <ac:spMkLst>
            <pc:docMk/>
            <pc:sldMk cId="3058575604" sldId="968"/>
            <ac:spMk id="5" creationId="{E068532A-F5E8-6857-98AF-EB6C58C087E4}"/>
          </ac:spMkLst>
        </pc:spChg>
        <pc:spChg chg="del mod">
          <ac:chgData name="Mai Xuan Trang" userId="f3c332be-9d36-4c2c-a25a-1b5a64c76b56" providerId="ADAL" clId="{2F8BF983-8823-6F49-8DBD-F9A318B879C2}" dt="2024-12-20T17:29:39.374" v="1347" actId="478"/>
          <ac:spMkLst>
            <pc:docMk/>
            <pc:sldMk cId="3058575604" sldId="968"/>
            <ac:spMk id="7" creationId="{C608D16C-D8F6-282A-5051-40088346C8DD}"/>
          </ac:spMkLst>
        </pc:spChg>
      </pc:sldChg>
      <pc:sldChg chg="delSp modSp add mod">
        <pc:chgData name="Mai Xuan Trang" userId="f3c332be-9d36-4c2c-a25a-1b5a64c76b56" providerId="ADAL" clId="{2F8BF983-8823-6F49-8DBD-F9A318B879C2}" dt="2024-12-20T17:30:57.328" v="1358" actId="2711"/>
        <pc:sldMkLst>
          <pc:docMk/>
          <pc:sldMk cId="3710978558" sldId="969"/>
        </pc:sldMkLst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2" creationId="{1899889C-EC6D-9F35-8062-8F3CE08579B7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3" creationId="{8371194C-024E-3038-6DE0-01A886A7F5B3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4" creationId="{ADBEEAFE-6900-AA3F-15EA-014DC9573382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5" creationId="{1C2CE129-A39F-3B56-40D0-FB353A5BF227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7" creationId="{3DA5C03E-3929-55A9-A34D-90651ECF4484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8" creationId="{258D4ED4-52BC-16FB-39B6-4EEB1F4FB49C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9" creationId="{9E719848-5A6D-A7A7-FD6F-D664D1255567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10" creationId="{4300841C-BA6F-C98A-9E9B-2F2FDACC09D6}"/>
          </ac:spMkLst>
        </pc:spChg>
        <pc:spChg chg="del">
          <ac:chgData name="Mai Xuan Trang" userId="f3c332be-9d36-4c2c-a25a-1b5a64c76b56" providerId="ADAL" clId="{2F8BF983-8823-6F49-8DBD-F9A318B879C2}" dt="2024-12-20T17:30:52.727" v="1357" actId="478"/>
          <ac:spMkLst>
            <pc:docMk/>
            <pc:sldMk cId="3710978558" sldId="969"/>
            <ac:spMk id="11" creationId="{0859F84F-0A50-2474-16B0-1C720F96BE37}"/>
          </ac:spMkLst>
        </pc:spChg>
        <pc:spChg chg="mod">
          <ac:chgData name="Mai Xuan Trang" userId="f3c332be-9d36-4c2c-a25a-1b5a64c76b56" providerId="ADAL" clId="{2F8BF983-8823-6F49-8DBD-F9A318B879C2}" dt="2024-12-20T17:30:57.328" v="1358" actId="2711"/>
          <ac:spMkLst>
            <pc:docMk/>
            <pc:sldMk cId="3710978558" sldId="969"/>
            <ac:spMk id="13" creationId="{53346AB6-65A9-5163-22E5-D27C5F46F291}"/>
          </ac:spMkLst>
        </pc:spChg>
        <pc:graphicFrameChg chg="mod">
          <ac:chgData name="Mai Xuan Trang" userId="f3c332be-9d36-4c2c-a25a-1b5a64c76b56" providerId="ADAL" clId="{2F8BF983-8823-6F49-8DBD-F9A318B879C2}" dt="2024-12-20T17:30:57.328" v="1358" actId="2711"/>
          <ac:graphicFrameMkLst>
            <pc:docMk/>
            <pc:sldMk cId="3710978558" sldId="969"/>
            <ac:graphicFrameMk id="6" creationId="{D270E289-5985-DA40-BDC9-1949DECBB2C9}"/>
          </ac:graphicFrameMkLst>
        </pc:graphicFrameChg>
      </pc:sldChg>
      <pc:sldChg chg="delSp modSp add mod">
        <pc:chgData name="Mai Xuan Trang" userId="f3c332be-9d36-4c2c-a25a-1b5a64c76b56" providerId="ADAL" clId="{2F8BF983-8823-6F49-8DBD-F9A318B879C2}" dt="2024-12-20T17:31:11.277" v="1360" actId="2711"/>
        <pc:sldMkLst>
          <pc:docMk/>
          <pc:sldMk cId="748708737" sldId="970"/>
        </pc:sldMkLst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2" creationId="{29E61844-A10D-6525-BAB6-77DA8CC11383}"/>
          </ac:spMkLst>
        </pc:spChg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3" creationId="{5D43C967-C389-A55E-050A-31D97B195A3E}"/>
          </ac:spMkLst>
        </pc:spChg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4" creationId="{15F434D5-F81B-056F-05DE-AA95C5562022}"/>
          </ac:spMkLst>
        </pc:spChg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5" creationId="{3A769833-4AF6-8904-C528-6BE320480193}"/>
          </ac:spMkLst>
        </pc:spChg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6" creationId="{D60711E3-85F9-59C0-A9C5-3B563EC7381D}"/>
          </ac:spMkLst>
        </pc:spChg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8" creationId="{96DAE38F-941E-9B8C-8BFD-BC3366C992A7}"/>
          </ac:spMkLst>
        </pc:spChg>
        <pc:spChg chg="mod">
          <ac:chgData name="Mai Xuan Trang" userId="f3c332be-9d36-4c2c-a25a-1b5a64c76b56" providerId="ADAL" clId="{2F8BF983-8823-6F49-8DBD-F9A318B879C2}" dt="2024-12-20T17:31:11.277" v="1360" actId="2711"/>
          <ac:spMkLst>
            <pc:docMk/>
            <pc:sldMk cId="748708737" sldId="970"/>
            <ac:spMk id="9" creationId="{684E42FD-8343-4658-B952-E7A3E6CD6979}"/>
          </ac:spMkLst>
        </pc:spChg>
        <pc:spChg chg="del">
          <ac:chgData name="Mai Xuan Trang" userId="f3c332be-9d36-4c2c-a25a-1b5a64c76b56" providerId="ADAL" clId="{2F8BF983-8823-6F49-8DBD-F9A318B879C2}" dt="2024-12-20T17:31:06.612" v="1359" actId="478"/>
          <ac:spMkLst>
            <pc:docMk/>
            <pc:sldMk cId="748708737" sldId="970"/>
            <ac:spMk id="10" creationId="{FEC82D4F-501C-B4E9-F036-A81AAEEC74A0}"/>
          </ac:spMkLst>
        </pc:spChg>
        <pc:graphicFrameChg chg="mod">
          <ac:chgData name="Mai Xuan Trang" userId="f3c332be-9d36-4c2c-a25a-1b5a64c76b56" providerId="ADAL" clId="{2F8BF983-8823-6F49-8DBD-F9A318B879C2}" dt="2024-12-20T17:31:11.277" v="1360" actId="2711"/>
          <ac:graphicFrameMkLst>
            <pc:docMk/>
            <pc:sldMk cId="748708737" sldId="970"/>
            <ac:graphicFrameMk id="7" creationId="{5C7F7908-DACF-2AA2-9DD2-585F05719E2C}"/>
          </ac:graphicFrameMkLst>
        </pc:graphicFrameChg>
      </pc:sldChg>
      <pc:sldChg chg="delSp modSp add mod">
        <pc:chgData name="Mai Xuan Trang" userId="f3c332be-9d36-4c2c-a25a-1b5a64c76b56" providerId="ADAL" clId="{2F8BF983-8823-6F49-8DBD-F9A318B879C2}" dt="2024-12-20T17:32:05.809" v="1373" actId="1035"/>
        <pc:sldMkLst>
          <pc:docMk/>
          <pc:sldMk cId="4112301672" sldId="971"/>
        </pc:sldMkLst>
        <pc:spChg chg="mod">
          <ac:chgData name="Mai Xuan Trang" userId="f3c332be-9d36-4c2c-a25a-1b5a64c76b56" providerId="ADAL" clId="{2F8BF983-8823-6F49-8DBD-F9A318B879C2}" dt="2024-12-20T17:32:00.661" v="1371" actId="2711"/>
          <ac:spMkLst>
            <pc:docMk/>
            <pc:sldMk cId="4112301672" sldId="971"/>
            <ac:spMk id="2" creationId="{39EB253A-8D6E-07EC-46F6-4A6BF973B8A8}"/>
          </ac:spMkLst>
        </pc:spChg>
        <pc:spChg chg="mod">
          <ac:chgData name="Mai Xuan Trang" userId="f3c332be-9d36-4c2c-a25a-1b5a64c76b56" providerId="ADAL" clId="{2F8BF983-8823-6F49-8DBD-F9A318B879C2}" dt="2024-12-20T17:32:00.661" v="1371" actId="2711"/>
          <ac:spMkLst>
            <pc:docMk/>
            <pc:sldMk cId="4112301672" sldId="971"/>
            <ac:spMk id="3" creationId="{1B43C5B1-2B00-5223-A18D-C30A3A133AA1}"/>
          </ac:spMkLst>
        </pc:spChg>
        <pc:spChg chg="mod">
          <ac:chgData name="Mai Xuan Trang" userId="f3c332be-9d36-4c2c-a25a-1b5a64c76b56" providerId="ADAL" clId="{2F8BF983-8823-6F49-8DBD-F9A318B879C2}" dt="2024-12-20T17:32:00.661" v="1371" actId="2711"/>
          <ac:spMkLst>
            <pc:docMk/>
            <pc:sldMk cId="4112301672" sldId="971"/>
            <ac:spMk id="4" creationId="{E439520F-DDDE-5D81-60F7-7938D05BB988}"/>
          </ac:spMkLst>
        </pc:spChg>
        <pc:spChg chg="mod">
          <ac:chgData name="Mai Xuan Trang" userId="f3c332be-9d36-4c2c-a25a-1b5a64c76b56" providerId="ADAL" clId="{2F8BF983-8823-6F49-8DBD-F9A318B879C2}" dt="2024-12-20T17:32:00.661" v="1371" actId="2711"/>
          <ac:spMkLst>
            <pc:docMk/>
            <pc:sldMk cId="4112301672" sldId="971"/>
            <ac:spMk id="5" creationId="{016CE0EB-88BA-2A88-AE8A-5097CA00C695}"/>
          </ac:spMkLst>
        </pc:spChg>
        <pc:spChg chg="del mod">
          <ac:chgData name="Mai Xuan Trang" userId="f3c332be-9d36-4c2c-a25a-1b5a64c76b56" providerId="ADAL" clId="{2F8BF983-8823-6F49-8DBD-F9A318B879C2}" dt="2024-12-20T17:32:03.243" v="1372" actId="478"/>
          <ac:spMkLst>
            <pc:docMk/>
            <pc:sldMk cId="4112301672" sldId="971"/>
            <ac:spMk id="7" creationId="{888A3477-A5D3-6D52-C75C-2FE777876A3D}"/>
          </ac:spMkLst>
        </pc:spChg>
        <pc:picChg chg="mod">
          <ac:chgData name="Mai Xuan Trang" userId="f3c332be-9d36-4c2c-a25a-1b5a64c76b56" providerId="ADAL" clId="{2F8BF983-8823-6F49-8DBD-F9A318B879C2}" dt="2024-12-20T17:32:05.809" v="1373" actId="1035"/>
          <ac:picMkLst>
            <pc:docMk/>
            <pc:sldMk cId="4112301672" sldId="971"/>
            <ac:picMk id="6" creationId="{AB191344-DBF1-5D45-8105-6CF8BB773A7D}"/>
          </ac:picMkLst>
        </pc:picChg>
      </pc:sldChg>
      <pc:sldChg chg="delSp modSp add mod">
        <pc:chgData name="Mai Xuan Trang" userId="f3c332be-9d36-4c2c-a25a-1b5a64c76b56" providerId="ADAL" clId="{2F8BF983-8823-6F49-8DBD-F9A318B879C2}" dt="2024-12-20T17:32:15.533" v="1375" actId="2711"/>
        <pc:sldMkLst>
          <pc:docMk/>
          <pc:sldMk cId="363599598" sldId="972"/>
        </pc:sldMkLst>
        <pc:spChg chg="mod">
          <ac:chgData name="Mai Xuan Trang" userId="f3c332be-9d36-4c2c-a25a-1b5a64c76b56" providerId="ADAL" clId="{2F8BF983-8823-6F49-8DBD-F9A318B879C2}" dt="2024-12-20T17:32:15.533" v="1375" actId="2711"/>
          <ac:spMkLst>
            <pc:docMk/>
            <pc:sldMk cId="363599598" sldId="972"/>
            <ac:spMk id="2" creationId="{997ACBB5-99C8-3DC8-70C4-24804A71BE4A}"/>
          </ac:spMkLst>
        </pc:spChg>
        <pc:spChg chg="mod">
          <ac:chgData name="Mai Xuan Trang" userId="f3c332be-9d36-4c2c-a25a-1b5a64c76b56" providerId="ADAL" clId="{2F8BF983-8823-6F49-8DBD-F9A318B879C2}" dt="2024-12-20T17:32:15.533" v="1375" actId="2711"/>
          <ac:spMkLst>
            <pc:docMk/>
            <pc:sldMk cId="363599598" sldId="972"/>
            <ac:spMk id="4" creationId="{41DE202B-E83C-6421-EDB1-43CFE3D8F2E6}"/>
          </ac:spMkLst>
        </pc:spChg>
        <pc:spChg chg="mod">
          <ac:chgData name="Mai Xuan Trang" userId="f3c332be-9d36-4c2c-a25a-1b5a64c76b56" providerId="ADAL" clId="{2F8BF983-8823-6F49-8DBD-F9A318B879C2}" dt="2024-12-20T17:32:15.533" v="1375" actId="2711"/>
          <ac:spMkLst>
            <pc:docMk/>
            <pc:sldMk cId="363599598" sldId="972"/>
            <ac:spMk id="5" creationId="{3F5A5588-5965-D60B-43F9-BA778532D6FD}"/>
          </ac:spMkLst>
        </pc:spChg>
        <pc:spChg chg="mod">
          <ac:chgData name="Mai Xuan Trang" userId="f3c332be-9d36-4c2c-a25a-1b5a64c76b56" providerId="ADAL" clId="{2F8BF983-8823-6F49-8DBD-F9A318B879C2}" dt="2024-12-20T17:32:15.533" v="1375" actId="2711"/>
          <ac:spMkLst>
            <pc:docMk/>
            <pc:sldMk cId="363599598" sldId="972"/>
            <ac:spMk id="6" creationId="{0DBC9063-C923-2DC5-5966-5B0C2E8CB265}"/>
          </ac:spMkLst>
        </pc:spChg>
        <pc:spChg chg="mod">
          <ac:chgData name="Mai Xuan Trang" userId="f3c332be-9d36-4c2c-a25a-1b5a64c76b56" providerId="ADAL" clId="{2F8BF983-8823-6F49-8DBD-F9A318B879C2}" dt="2024-12-20T17:32:15.533" v="1375" actId="2711"/>
          <ac:spMkLst>
            <pc:docMk/>
            <pc:sldMk cId="363599598" sldId="972"/>
            <ac:spMk id="7" creationId="{93EEA8DF-7FE3-BB0A-C4E6-E8D854FF65CD}"/>
          </ac:spMkLst>
        </pc:spChg>
        <pc:spChg chg="del">
          <ac:chgData name="Mai Xuan Trang" userId="f3c332be-9d36-4c2c-a25a-1b5a64c76b56" providerId="ADAL" clId="{2F8BF983-8823-6F49-8DBD-F9A318B879C2}" dt="2024-12-20T17:32:10.290" v="1374" actId="478"/>
          <ac:spMkLst>
            <pc:docMk/>
            <pc:sldMk cId="363599598" sldId="972"/>
            <ac:spMk id="8" creationId="{595AB892-0C71-951D-6FAE-74364FA51792}"/>
          </ac:spMkLst>
        </pc:spChg>
      </pc:sldChg>
      <pc:sldChg chg="modSp add mod">
        <pc:chgData name="Mai Xuan Trang" userId="f3c332be-9d36-4c2c-a25a-1b5a64c76b56" providerId="ADAL" clId="{2F8BF983-8823-6F49-8DBD-F9A318B879C2}" dt="2024-12-20T17:36:35.322" v="1445"/>
        <pc:sldMkLst>
          <pc:docMk/>
          <pc:sldMk cId="3052272292" sldId="973"/>
        </pc:sldMkLst>
        <pc:spChg chg="mod">
          <ac:chgData name="Mai Xuan Trang" userId="f3c332be-9d36-4c2c-a25a-1b5a64c76b56" providerId="ADAL" clId="{2F8BF983-8823-6F49-8DBD-F9A318B879C2}" dt="2024-12-20T17:36:35.322" v="1445"/>
          <ac:spMkLst>
            <pc:docMk/>
            <pc:sldMk cId="3052272292" sldId="973"/>
            <ac:spMk id="2" creationId="{0281C620-3A5C-8402-3835-708301810B7C}"/>
          </ac:spMkLst>
        </pc:spChg>
        <pc:spChg chg="mod">
          <ac:chgData name="Mai Xuan Trang" userId="f3c332be-9d36-4c2c-a25a-1b5a64c76b56" providerId="ADAL" clId="{2F8BF983-8823-6F49-8DBD-F9A318B879C2}" dt="2024-12-20T17:35:20.511" v="1399" actId="2711"/>
          <ac:spMkLst>
            <pc:docMk/>
            <pc:sldMk cId="3052272292" sldId="973"/>
            <ac:spMk id="4" creationId="{D6491206-A5D0-45D5-379E-ECBFBEA8D850}"/>
          </ac:spMkLst>
        </pc:spChg>
        <pc:spChg chg="mod">
          <ac:chgData name="Mai Xuan Trang" userId="f3c332be-9d36-4c2c-a25a-1b5a64c76b56" providerId="ADAL" clId="{2F8BF983-8823-6F49-8DBD-F9A318B879C2}" dt="2024-12-20T17:35:20.511" v="1399" actId="2711"/>
          <ac:spMkLst>
            <pc:docMk/>
            <pc:sldMk cId="3052272292" sldId="973"/>
            <ac:spMk id="44" creationId="{28D74BFE-12E4-18AA-CE8C-3F94EE60B2F1}"/>
          </ac:spMkLst>
        </pc:sp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" creationId="{01AFAB2D-6511-7D16-AC65-C362C4672F84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22" creationId="{E36527E7-3C87-9498-9317-03ABA0FD282A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23" creationId="{B4DDDF69-4749-6142-2B0B-F9C76C7687EE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24" creationId="{591C8F0D-6261-7D4E-9091-6B0079A4F69D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25" creationId="{E4AB7E77-3000-E7CF-7AFC-5485CF465C3A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28" creationId="{7A9ED577-D809-ACE8-FB06-1455639FE653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30" creationId="{88AE185B-31DC-004D-BECC-2230214EBDDD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32" creationId="{1BF7324D-7F49-6004-7A61-584D392E47D9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34" creationId="{D8A6872A-C198-D0FE-6D0B-4BBC87671AC1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36" creationId="{AC201B54-F4BE-B325-0DD6-9BED26B137EC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38" creationId="{1F15125C-76CD-6E25-9631-E2B40F0BEDFE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40" creationId="{6DA77005-8AB4-B55D-ADBB-6E97F094FB35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42" creationId="{71025FFB-9DC0-682E-CAB5-CC9AD81E2551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50" creationId="{DB5A4180-6AA4-913E-5DEC-64BC865D3C4E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54" creationId="{811EA3E1-78A2-97F9-B127-FCAA3FE01D3C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56" creationId="{4FCCE081-AC1E-BEBA-DF92-CF5B28E5329D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60" creationId="{27B029C7-AC25-5B14-4ABC-FED24BBDC22A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64" creationId="{020CDBFD-0D08-A00F-42F7-3FDD54438C8F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66" creationId="{5C9F5FD5-2E33-18FA-669F-7CDFB73BA260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68" creationId="{88EB6E4A-6934-4488-20BC-9ACC7FCA23BC}"/>
          </ac:picMkLst>
        </pc:picChg>
        <pc:picChg chg="mod">
          <ac:chgData name="Mai Xuan Trang" userId="f3c332be-9d36-4c2c-a25a-1b5a64c76b56" providerId="ADAL" clId="{2F8BF983-8823-6F49-8DBD-F9A318B879C2}" dt="2024-12-20T17:35:20.511" v="1399" actId="2711"/>
          <ac:picMkLst>
            <pc:docMk/>
            <pc:sldMk cId="3052272292" sldId="973"/>
            <ac:picMk id="1070" creationId="{3CC708A8-1814-6D38-0C5B-686343F6C05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069BEE-5C22-49A5-A892-F6E6A4002A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4FB27-DC4B-4A29-B4F3-C665BDE47E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47B97-F030-426D-A9D1-6B39B13C23ED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06FDF-174B-49EE-AD51-C827118F0F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610B1-614F-48C3-8F2D-C50C182871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751AA-B992-41E5-A909-E1A2443E2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69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24CBC-D461-4ECA-A489-D3A30E0FB795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1351B-2C5D-457B-ABE5-B64DBC7BD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0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32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Section 1: Course objectives and overview. </a:t>
            </a:r>
          </a:p>
        </p:txBody>
      </p:sp>
    </p:spTree>
    <p:extLst>
      <p:ext uri="{BB962C8B-B14F-4D97-AF65-F5344CB8AC3E}">
        <p14:creationId xmlns:p14="http://schemas.microsoft.com/office/powerpoint/2010/main" val="1494558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04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2A94-D965-1587-E7FF-FA8386048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34C13-4933-DA79-30C4-23E7801DF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A9979-8D77-FFFE-A741-3E5028CBB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7AD04-DA66-4432-1C9B-F3B5B7768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84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1BFE-A043-6749-0B0A-589BACFF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06D5B-1C14-9B9F-0B28-E6D3B6E9A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E85FD-C250-9907-CDB3-908ACD554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Section 1: Course objectives and overview. </a:t>
            </a:r>
          </a:p>
        </p:txBody>
      </p:sp>
    </p:spTree>
    <p:extLst>
      <p:ext uri="{BB962C8B-B14F-4D97-AF65-F5344CB8AC3E}">
        <p14:creationId xmlns:p14="http://schemas.microsoft.com/office/powerpoint/2010/main" val="463646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EC748-CC33-13B0-3EC5-4838D6D1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0B041-C579-87F3-A3E4-E8EB5A839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40680-AC39-ACDA-EE83-0AF24F545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Section 1: Course objectives and overview. </a:t>
            </a:r>
          </a:p>
        </p:txBody>
      </p:sp>
    </p:spTree>
    <p:extLst>
      <p:ext uri="{BB962C8B-B14F-4D97-AF65-F5344CB8AC3E}">
        <p14:creationId xmlns:p14="http://schemas.microsoft.com/office/powerpoint/2010/main" val="955243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EDE3-9799-A74B-CBCB-AB7E55BA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D3DD9-3F33-FC81-812A-B5EAF2F0D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65911-73CD-E276-258D-3DAA9BE29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Section 1: Course objectives and overview. </a:t>
            </a:r>
          </a:p>
        </p:txBody>
      </p:sp>
    </p:spTree>
    <p:extLst>
      <p:ext uri="{BB962C8B-B14F-4D97-AF65-F5344CB8AC3E}">
        <p14:creationId xmlns:p14="http://schemas.microsoft.com/office/powerpoint/2010/main" val="2792017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4BCC-AB0B-5C04-A90D-D92A37EC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F28E3-17C7-F2DF-85C4-EDF31A0F5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5A53E-6BF6-E91F-3FAC-B01CEAF9A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Section 1: Course objectives and overview. </a:t>
            </a:r>
          </a:p>
        </p:txBody>
      </p:sp>
    </p:spTree>
    <p:extLst>
      <p:ext uri="{BB962C8B-B14F-4D97-AF65-F5344CB8AC3E}">
        <p14:creationId xmlns:p14="http://schemas.microsoft.com/office/powerpoint/2010/main" val="2738609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4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1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6DADDC2-BFA5-594E-BF5A-B06CEF19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" y="324326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A7E0BE7-B9F3-CF42-BBDD-E431A842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2"/>
            <a:ext cx="2743200" cy="365125"/>
          </a:xfrm>
        </p:spPr>
        <p:txBody>
          <a:bodyPr/>
          <a:lstStyle/>
          <a:p>
            <a:fld id="{2ADC29F2-8A35-3B44-9BA0-E01F07FBE6DF}" type="datetime1">
              <a:rPr lang="en-US" smtClean="0"/>
              <a:t>12/23/24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CDF525E-206D-4149-99E1-0D9A1541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6FCA82-9769-7441-AB29-6261AF29F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7BD8B77-6931-460D-5C31-2FDC0DDE8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4765" y="358050"/>
            <a:ext cx="4742469" cy="15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14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80040"/>
            <a:ext cx="2743200" cy="277960"/>
          </a:xfrm>
        </p:spPr>
        <p:txBody>
          <a:bodyPr/>
          <a:lstStyle/>
          <a:p>
            <a:fld id="{6581133F-95C8-9144-9BFA-07C6A00B8411}" type="datetime1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80040"/>
            <a:ext cx="4114800" cy="277960"/>
          </a:xfrm>
        </p:spPr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1566" y="6622795"/>
            <a:ext cx="2743200" cy="235206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82252" y="277960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CHỦ ĐỀ</a:t>
            </a:r>
          </a:p>
        </p:txBody>
      </p:sp>
      <p:sp>
        <p:nvSpPr>
          <p:cNvPr id="3" name="Freeform 2"/>
          <p:cNvSpPr/>
          <p:nvPr userDrawn="1"/>
        </p:nvSpPr>
        <p:spPr>
          <a:xfrm>
            <a:off x="392906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8" name="Picture 7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78600BA3-3692-7073-33E3-9C6865B24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8278" y="59635"/>
            <a:ext cx="2116244" cy="6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93185"/>
            <a:ext cx="2743200" cy="267581"/>
          </a:xfrm>
        </p:spPr>
        <p:txBody>
          <a:bodyPr/>
          <a:lstStyle/>
          <a:p>
            <a:fld id="{7FB16B2F-4ABC-DC47-941D-61DAA8C286C6}" type="datetime1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90419"/>
            <a:ext cx="4114800" cy="26758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66006" y="6590419"/>
            <a:ext cx="2743200" cy="313617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/>
          <p:cNvSpPr/>
          <p:nvPr userDrawn="1"/>
        </p:nvSpPr>
        <p:spPr>
          <a:xfrm>
            <a:off x="392906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6B9D37C-9616-644C-81FA-A5CADF160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76" y="29493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pic>
        <p:nvPicPr>
          <p:cNvPr id="2" name="Picture 1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F31C87E0-B6DF-4688-17D9-E2D90B94CC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8278" y="59635"/>
            <a:ext cx="2116244" cy="6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4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86200" y="6603821"/>
            <a:ext cx="4114800" cy="254179"/>
          </a:xfrm>
        </p:spPr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1090" y="6600831"/>
            <a:ext cx="2743200" cy="274321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40857" y="243489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CHỦ ĐỀ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CF2F9D9-79A2-4241-92EA-C1DAEC3621E2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7047C2F-85BB-1243-890C-BD727B041E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169080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pic>
        <p:nvPicPr>
          <p:cNvPr id="2" name="Picture 1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BEBC217C-904E-627C-AA5D-AE1F2925E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8046" y="37081"/>
            <a:ext cx="2116244" cy="6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5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Nội</a:t>
            </a:r>
            <a:r>
              <a:rPr lang="en-US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48E96-F886-9E45-BAC7-33A661AECD8F}" type="datetime1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Hình ảnh</a:t>
            </a:r>
          </a:p>
        </p:txBody>
      </p:sp>
      <p:pic>
        <p:nvPicPr>
          <p:cNvPr id="7" name="Picture 6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B2146108-4382-AA80-07E5-FBAEB06FA3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8278" y="59635"/>
            <a:ext cx="2116244" cy="6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2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FA5C-BBC5-F34A-8D4B-FB47B828F008}" type="datetime1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1D81805F-C908-E74B-BD64-84B072B9F815}"/>
              </a:ext>
            </a:extLst>
          </p:cNvPr>
          <p:cNvSpPr/>
          <p:nvPr userDrawn="1"/>
        </p:nvSpPr>
        <p:spPr>
          <a:xfrm>
            <a:off x="392906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EF1F798-F7C2-6A4B-AB49-B4AF9B8A490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2906" y="278800"/>
            <a:ext cx="5813198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VN" sz="3300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CHỦ ĐỀ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6498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đề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9993-3931-734A-999C-643CB5C129B2}" type="datetime1">
              <a:rPr lang="en-US" smtClean="0"/>
              <a:t>12/23/24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43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8BB2-8EF9-0A4A-94B9-C7C5C4A1EC1A}" type="datetime1">
              <a:rPr lang="en-US" smtClean="0"/>
              <a:t>12/23/24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2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Phenikaa</a:t>
            </a:r>
            <a:r>
              <a:rPr lang="en-US" dirty="0"/>
              <a:t> 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41484" y="785426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3" name="Picture 2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43B67CE4-1A4A-345A-C6C4-44EC57DD5D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8278" y="59635"/>
            <a:ext cx="2116244" cy="6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58223B2-799A-5246-A4C6-C8BB642158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07F2DB-F618-9B42-B761-D4AC79DC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191940"/>
            <a:ext cx="11353800" cy="474119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A5CC2AB-7462-6949-B0CC-D453D58B64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393483"/>
            <a:ext cx="8059738" cy="488498"/>
          </a:xfrm>
        </p:spPr>
        <p:txBody>
          <a:bodyPr>
            <a:normAutofit/>
          </a:bodyPr>
          <a:lstStyle>
            <a:lvl1pPr marL="0" indent="0">
              <a:buNone/>
              <a:defRPr sz="2000" b="0" spc="300">
                <a:solidFill>
                  <a:srgbClr val="36C2B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3" name="Picture 2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2F483FFA-4D89-609E-BF14-64C169AE79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8278" y="8835"/>
            <a:ext cx="2116244" cy="6977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2110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2345" y="6603821"/>
            <a:ext cx="4114800" cy="2541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Phenikaa</a:t>
            </a:r>
            <a:r>
              <a:rPr lang="en-US" dirty="0"/>
              <a:t> School of </a:t>
            </a:r>
            <a:r>
              <a:rPr lang="en-US" dirty="0" err="1"/>
              <a:t>Comput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00831"/>
            <a:ext cx="2743200" cy="274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831"/>
            <a:ext cx="2743200" cy="25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BCC389D-A578-F146-9A31-D111C4D9A08F}" type="datetime1">
              <a:rPr lang="en-US" smtClean="0"/>
              <a:t>12/23/24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8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46" r:id="rId3"/>
    <p:sldLayoutId id="2147483729" r:id="rId4"/>
    <p:sldLayoutId id="2147483732" r:id="rId5"/>
    <p:sldLayoutId id="2147483733" r:id="rId6"/>
    <p:sldLayoutId id="2147483734" r:id="rId7"/>
    <p:sldLayoutId id="2147483736" r:id="rId8"/>
    <p:sldLayoutId id="2147483747" r:id="rId9"/>
    <p:sldLayoutId id="214748374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DCC7-833C-1B46-A9DB-AEC928BC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972" y="2733722"/>
            <a:ext cx="8256073" cy="823070"/>
          </a:xfrm>
        </p:spPr>
        <p:txBody>
          <a:bodyPr/>
          <a:lstStyle/>
          <a:p>
            <a:pPr algn="ctr"/>
            <a:r>
              <a:rPr lang="en-VN" dirty="0"/>
              <a:t>TÊN ĐỀ TÀI ĐATN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E5352-E09E-4F4A-AF39-174135EA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29F2-8A35-3B44-9BA0-E01F07FBE6D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A76AF-4F39-7941-9BDD-7AEF9CD8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Faculty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E59A7-2B41-E745-B713-3E60E1D3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3662B6-1B3F-3D43-82B4-038976BF0367}"/>
              </a:ext>
            </a:extLst>
          </p:cNvPr>
          <p:cNvSpPr txBox="1">
            <a:spLocks/>
          </p:cNvSpPr>
          <p:nvPr/>
        </p:nvSpPr>
        <p:spPr>
          <a:xfrm>
            <a:off x="2275609" y="4968104"/>
            <a:ext cx="7924800" cy="8230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VN" sz="3000" dirty="0"/>
              <a:t>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D40D5D-1713-7B40-B380-62C8FA2F31C4}"/>
              </a:ext>
            </a:extLst>
          </p:cNvPr>
          <p:cNvSpPr txBox="1">
            <a:spLocks/>
          </p:cNvSpPr>
          <p:nvPr/>
        </p:nvSpPr>
        <p:spPr>
          <a:xfrm>
            <a:off x="1944336" y="3892995"/>
            <a:ext cx="8813305" cy="8230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VN" sz="4000" dirty="0">
                <a:solidFill>
                  <a:srgbClr val="FFC000"/>
                </a:solidFill>
              </a:rPr>
              <a:t>ANNUAL MEETING</a:t>
            </a:r>
          </a:p>
        </p:txBody>
      </p:sp>
    </p:spTree>
    <p:extLst>
      <p:ext uri="{BB962C8B-B14F-4D97-AF65-F5344CB8AC3E}">
        <p14:creationId xmlns:p14="http://schemas.microsoft.com/office/powerpoint/2010/main" val="45658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88D09F-DE1E-20CB-F7A0-C924F52A0B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34" r="9432" b="5509"/>
          <a:stretch/>
        </p:blipFill>
        <p:spPr>
          <a:xfrm>
            <a:off x="5441" y="-12179"/>
            <a:ext cx="3448594" cy="648021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1761" y="-12179"/>
            <a:ext cx="3448594" cy="6480214"/>
          </a:xfrm>
          <a:prstGeom prst="rect">
            <a:avLst/>
          </a:prstGeom>
          <a:solidFill>
            <a:srgbClr val="223771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123882" y="1117911"/>
            <a:ext cx="649423" cy="649423"/>
            <a:chOff x="5354389" y="1349194"/>
            <a:chExt cx="1108482" cy="1108482"/>
          </a:xfrm>
        </p:grpSpPr>
        <p:sp>
          <p:nvSpPr>
            <p:cNvPr id="5" name="Oval 4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Google Shape;174;p3"/>
          <p:cNvSpPr txBox="1"/>
          <p:nvPr/>
        </p:nvSpPr>
        <p:spPr>
          <a:xfrm>
            <a:off x="3860298" y="1211810"/>
            <a:ext cx="769559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Mở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đầu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/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Phát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biểu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bài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toán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125798" y="2080208"/>
            <a:ext cx="649423" cy="649423"/>
            <a:chOff x="5354389" y="1349194"/>
            <a:chExt cx="1108482" cy="1108482"/>
          </a:xfrm>
        </p:grpSpPr>
        <p:sp>
          <p:nvSpPr>
            <p:cNvPr id="12" name="Oval 11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Google Shape;174;p3"/>
          <p:cNvSpPr txBox="1"/>
          <p:nvPr/>
        </p:nvSpPr>
        <p:spPr>
          <a:xfrm>
            <a:off x="3860298" y="2174107"/>
            <a:ext cx="810310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Mục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đích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của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đồ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án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/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Phạm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vi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của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đồ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án</a:t>
            </a:r>
            <a:endParaRPr sz="2400" b="1" kern="0" dirty="0">
              <a:solidFill>
                <a:srgbClr val="44546A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5" name="Freeform 205"/>
          <p:cNvSpPr>
            <a:spLocks noEditPoints="1"/>
          </p:cNvSpPr>
          <p:nvPr/>
        </p:nvSpPr>
        <p:spPr bwMode="auto">
          <a:xfrm>
            <a:off x="3311377" y="2253918"/>
            <a:ext cx="276897" cy="249750"/>
          </a:xfrm>
          <a:custGeom>
            <a:avLst/>
            <a:gdLst>
              <a:gd name="T0" fmla="*/ 21 w 29"/>
              <a:gd name="T1" fmla="*/ 9 h 26"/>
              <a:gd name="T2" fmla="*/ 29 w 29"/>
              <a:gd name="T3" fmla="*/ 9 h 26"/>
              <a:gd name="T4" fmla="*/ 29 w 29"/>
              <a:gd name="T5" fmla="*/ 10 h 26"/>
              <a:gd name="T6" fmla="*/ 22 w 29"/>
              <a:gd name="T7" fmla="*/ 11 h 26"/>
              <a:gd name="T8" fmla="*/ 28 w 29"/>
              <a:gd name="T9" fmla="*/ 23 h 26"/>
              <a:gd name="T10" fmla="*/ 28 w 29"/>
              <a:gd name="T11" fmla="*/ 11 h 26"/>
              <a:gd name="T12" fmla="*/ 23 w 29"/>
              <a:gd name="T13" fmla="*/ 11 h 26"/>
              <a:gd name="T14" fmla="*/ 23 w 29"/>
              <a:gd name="T15" fmla="*/ 24 h 26"/>
              <a:gd name="T16" fmla="*/ 28 w 29"/>
              <a:gd name="T17" fmla="*/ 23 h 26"/>
              <a:gd name="T18" fmla="*/ 0 w 29"/>
              <a:gd name="T19" fmla="*/ 9 h 26"/>
              <a:gd name="T20" fmla="*/ 8 w 29"/>
              <a:gd name="T21" fmla="*/ 9 h 26"/>
              <a:gd name="T22" fmla="*/ 8 w 29"/>
              <a:gd name="T23" fmla="*/ 10 h 26"/>
              <a:gd name="T24" fmla="*/ 1 w 29"/>
              <a:gd name="T25" fmla="*/ 11 h 26"/>
              <a:gd name="T26" fmla="*/ 1 w 29"/>
              <a:gd name="T27" fmla="*/ 6 h 26"/>
              <a:gd name="T28" fmla="*/ 15 w 29"/>
              <a:gd name="T29" fmla="*/ 0 h 26"/>
              <a:gd name="T30" fmla="*/ 29 w 29"/>
              <a:gd name="T31" fmla="*/ 7 h 26"/>
              <a:gd name="T32" fmla="*/ 29 w 29"/>
              <a:gd name="T33" fmla="*/ 8 h 26"/>
              <a:gd name="T34" fmla="*/ 0 w 29"/>
              <a:gd name="T35" fmla="*/ 8 h 26"/>
              <a:gd name="T36" fmla="*/ 1 w 29"/>
              <a:gd name="T37" fmla="*/ 6 h 26"/>
              <a:gd name="T38" fmla="*/ 25 w 29"/>
              <a:gd name="T39" fmla="*/ 6 h 26"/>
              <a:gd name="T40" fmla="*/ 25 w 29"/>
              <a:gd name="T41" fmla="*/ 6 h 26"/>
              <a:gd name="T42" fmla="*/ 15 w 29"/>
              <a:gd name="T43" fmla="*/ 2 h 26"/>
              <a:gd name="T44" fmla="*/ 5 w 29"/>
              <a:gd name="T45" fmla="*/ 6 h 26"/>
              <a:gd name="T46" fmla="*/ 0 w 29"/>
              <a:gd name="T47" fmla="*/ 26 h 26"/>
              <a:gd name="T48" fmla="*/ 1 w 29"/>
              <a:gd name="T49" fmla="*/ 24 h 26"/>
              <a:gd name="T50" fmla="*/ 29 w 29"/>
              <a:gd name="T51" fmla="*/ 25 h 26"/>
              <a:gd name="T52" fmla="*/ 29 w 29"/>
              <a:gd name="T53" fmla="*/ 26 h 26"/>
              <a:gd name="T54" fmla="*/ 0 w 29"/>
              <a:gd name="T55" fmla="*/ 26 h 26"/>
              <a:gd name="T56" fmla="*/ 7 w 29"/>
              <a:gd name="T57" fmla="*/ 11 h 26"/>
              <a:gd name="T58" fmla="*/ 2 w 29"/>
              <a:gd name="T59" fmla="*/ 11 h 26"/>
              <a:gd name="T60" fmla="*/ 2 w 29"/>
              <a:gd name="T61" fmla="*/ 23 h 26"/>
              <a:gd name="T62" fmla="*/ 7 w 29"/>
              <a:gd name="T63" fmla="*/ 24 h 26"/>
              <a:gd name="T64" fmla="*/ 11 w 29"/>
              <a:gd name="T65" fmla="*/ 10 h 26"/>
              <a:gd name="T66" fmla="*/ 11 w 29"/>
              <a:gd name="T67" fmla="*/ 9 h 26"/>
              <a:gd name="T68" fmla="*/ 19 w 29"/>
              <a:gd name="T69" fmla="*/ 9 h 26"/>
              <a:gd name="T70" fmla="*/ 18 w 29"/>
              <a:gd name="T71" fmla="*/ 11 h 26"/>
              <a:gd name="T72" fmla="*/ 11 w 29"/>
              <a:gd name="T73" fmla="*/ 10 h 26"/>
              <a:gd name="T74" fmla="*/ 17 w 29"/>
              <a:gd name="T75" fmla="*/ 11 h 26"/>
              <a:gd name="T76" fmla="*/ 12 w 29"/>
              <a:gd name="T77" fmla="*/ 11 h 26"/>
              <a:gd name="T78" fmla="*/ 12 w 29"/>
              <a:gd name="T79" fmla="*/ 23 h 26"/>
              <a:gd name="T80" fmla="*/ 17 w 29"/>
              <a:gd name="T81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" h="26">
                <a:moveTo>
                  <a:pt x="21" y="10"/>
                </a:move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9"/>
                  <a:pt x="22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0"/>
                  <a:pt x="29" y="10"/>
                  <a:pt x="29" y="10"/>
                </a:cubicBezTo>
                <a:cubicBezTo>
                  <a:pt x="29" y="10"/>
                  <a:pt x="29" y="11"/>
                  <a:pt x="29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1" y="10"/>
                  <a:pt x="21" y="10"/>
                </a:cubicBezTo>
                <a:close/>
                <a:moveTo>
                  <a:pt x="28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4"/>
                  <a:pt x="23" y="24"/>
                  <a:pt x="23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28" y="24"/>
                  <a:pt x="28" y="24"/>
                  <a:pt x="28" y="23"/>
                </a:cubicBezTo>
                <a:close/>
                <a:moveTo>
                  <a:pt x="0" y="10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9"/>
                  <a:pt x="1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1"/>
                  <a:pt x="8" y="11"/>
                </a:cubicBez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0" y="10"/>
                  <a:pt x="0" y="10"/>
                </a:cubicBezTo>
                <a:close/>
                <a:moveTo>
                  <a:pt x="1" y="6"/>
                </a:move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7"/>
                  <a:pt x="29" y="7"/>
                  <a:pt x="29" y="7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7"/>
                  <a:pt x="1" y="6"/>
                </a:cubicBezTo>
                <a:close/>
                <a:moveTo>
                  <a:pt x="5" y="6"/>
                </a:move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lose/>
                <a:moveTo>
                  <a:pt x="0" y="26"/>
                </a:move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4"/>
                  <a:pt x="1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4"/>
                  <a:pt x="29" y="24"/>
                  <a:pt x="29" y="25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26"/>
                  <a:pt x="0" y="26"/>
                </a:cubicBezTo>
                <a:close/>
                <a:moveTo>
                  <a:pt x="7" y="23"/>
                </a:move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23"/>
                  <a:pt x="2" y="23"/>
                  <a:pt x="2" y="23"/>
                </a:cubicBezTo>
                <a:cubicBezTo>
                  <a:pt x="2" y="24"/>
                  <a:pt x="2" y="24"/>
                  <a:pt x="2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3"/>
                </a:cubicBezTo>
                <a:close/>
                <a:moveTo>
                  <a:pt x="11" y="10"/>
                </a:move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1"/>
                  <a:pt x="18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1" y="10"/>
                  <a:pt x="11" y="10"/>
                </a:cubicBezTo>
                <a:close/>
                <a:moveTo>
                  <a:pt x="17" y="23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4"/>
                  <a:pt x="12" y="24"/>
                  <a:pt x="12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endParaRPr lang="en-US" sz="186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123877" y="3065215"/>
            <a:ext cx="649423" cy="649423"/>
            <a:chOff x="5354389" y="1349194"/>
            <a:chExt cx="1108482" cy="1108482"/>
          </a:xfrm>
        </p:grpSpPr>
        <p:sp>
          <p:nvSpPr>
            <p:cNvPr id="17" name="Oval 16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Freeform 201"/>
          <p:cNvSpPr>
            <a:spLocks noEditPoints="1"/>
          </p:cNvSpPr>
          <p:nvPr/>
        </p:nvSpPr>
        <p:spPr bwMode="auto">
          <a:xfrm>
            <a:off x="3318195" y="3262125"/>
            <a:ext cx="307663" cy="260608"/>
          </a:xfrm>
          <a:custGeom>
            <a:avLst/>
            <a:gdLst>
              <a:gd name="T0" fmla="*/ 11 w 32"/>
              <a:gd name="T1" fmla="*/ 3 h 27"/>
              <a:gd name="T2" fmla="*/ 14 w 32"/>
              <a:gd name="T3" fmla="*/ 3 h 27"/>
              <a:gd name="T4" fmla="*/ 10 w 32"/>
              <a:gd name="T5" fmla="*/ 16 h 27"/>
              <a:gd name="T6" fmla="*/ 0 w 32"/>
              <a:gd name="T7" fmla="*/ 27 h 27"/>
              <a:gd name="T8" fmla="*/ 0 w 32"/>
              <a:gd name="T9" fmla="*/ 25 h 27"/>
              <a:gd name="T10" fmla="*/ 32 w 32"/>
              <a:gd name="T11" fmla="*/ 26 h 27"/>
              <a:gd name="T12" fmla="*/ 32 w 32"/>
              <a:gd name="T13" fmla="*/ 27 h 27"/>
              <a:gd name="T14" fmla="*/ 0 w 32"/>
              <a:gd name="T15" fmla="*/ 27 h 27"/>
              <a:gd name="T16" fmla="*/ 5 w 32"/>
              <a:gd name="T17" fmla="*/ 0 h 27"/>
              <a:gd name="T18" fmla="*/ 2 w 32"/>
              <a:gd name="T19" fmla="*/ 1 h 27"/>
              <a:gd name="T20" fmla="*/ 6 w 32"/>
              <a:gd name="T21" fmla="*/ 24 h 27"/>
              <a:gd name="T22" fmla="*/ 26 w 32"/>
              <a:gd name="T23" fmla="*/ 0 h 27"/>
              <a:gd name="T24" fmla="*/ 28 w 32"/>
              <a:gd name="T25" fmla="*/ 4 h 27"/>
              <a:gd name="T26" fmla="*/ 19 w 32"/>
              <a:gd name="T27" fmla="*/ 4 h 27"/>
              <a:gd name="T28" fmla="*/ 19 w 32"/>
              <a:gd name="T29" fmla="*/ 3 h 27"/>
              <a:gd name="T30" fmla="*/ 22 w 32"/>
              <a:gd name="T31" fmla="*/ 2 h 27"/>
              <a:gd name="T32" fmla="*/ 24 w 32"/>
              <a:gd name="T33" fmla="*/ 1 h 27"/>
              <a:gd name="T34" fmla="*/ 7 w 32"/>
              <a:gd name="T35" fmla="*/ 24 h 27"/>
              <a:gd name="T36" fmla="*/ 31 w 32"/>
              <a:gd name="T37" fmla="*/ 16 h 27"/>
              <a:gd name="T38" fmla="*/ 23 w 32"/>
              <a:gd name="T39" fmla="*/ 17 h 27"/>
              <a:gd name="T40" fmla="*/ 15 w 32"/>
              <a:gd name="T41" fmla="*/ 17 h 27"/>
              <a:gd name="T42" fmla="*/ 7 w 32"/>
              <a:gd name="T43" fmla="*/ 17 h 27"/>
              <a:gd name="T44" fmla="*/ 7 w 32"/>
              <a:gd name="T45" fmla="*/ 24 h 27"/>
              <a:gd name="T46" fmla="*/ 24 w 32"/>
              <a:gd name="T47" fmla="*/ 19 h 27"/>
              <a:gd name="T48" fmla="*/ 29 w 32"/>
              <a:gd name="T49" fmla="*/ 21 h 27"/>
              <a:gd name="T50" fmla="*/ 9 w 32"/>
              <a:gd name="T51" fmla="*/ 21 h 27"/>
              <a:gd name="T52" fmla="*/ 14 w 32"/>
              <a:gd name="T53" fmla="*/ 19 h 27"/>
              <a:gd name="T54" fmla="*/ 9 w 32"/>
              <a:gd name="T55" fmla="*/ 21 h 27"/>
              <a:gd name="T56" fmla="*/ 17 w 32"/>
              <a:gd name="T57" fmla="*/ 19 h 27"/>
              <a:gd name="T58" fmla="*/ 22 w 32"/>
              <a:gd name="T59" fmla="*/ 21 h 27"/>
              <a:gd name="T60" fmla="*/ 18 w 32"/>
              <a:gd name="T61" fmla="*/ 6 h 27"/>
              <a:gd name="T62" fmla="*/ 21 w 32"/>
              <a:gd name="T63" fmla="*/ 5 h 27"/>
              <a:gd name="T64" fmla="*/ 22 w 32"/>
              <a:gd name="T65" fmla="*/ 15 h 27"/>
              <a:gd name="T66" fmla="*/ 17 w 32"/>
              <a:gd name="T67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27">
                <a:moveTo>
                  <a:pt x="10" y="3"/>
                </a:moveTo>
                <a:cubicBezTo>
                  <a:pt x="10" y="3"/>
                  <a:pt x="10" y="3"/>
                  <a:pt x="11" y="3"/>
                </a:cubicBezTo>
                <a:cubicBezTo>
                  <a:pt x="13" y="3"/>
                  <a:pt x="13" y="3"/>
                  <a:pt x="13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7"/>
                  <a:pt x="14" y="11"/>
                  <a:pt x="14" y="15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2"/>
                  <a:pt x="10" y="7"/>
                  <a:pt x="10" y="3"/>
                </a:cubicBezTo>
                <a:close/>
                <a:moveTo>
                  <a:pt x="0" y="27"/>
                </a:move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2" y="25"/>
                  <a:pt x="32" y="26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7"/>
                </a:cubicBezTo>
                <a:close/>
                <a:moveTo>
                  <a:pt x="5" y="1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1"/>
                </a:cubicBezTo>
                <a:cubicBezTo>
                  <a:pt x="1" y="9"/>
                  <a:pt x="1" y="17"/>
                  <a:pt x="0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17"/>
                  <a:pt x="6" y="9"/>
                  <a:pt x="5" y="1"/>
                </a:cubicBezTo>
                <a:close/>
                <a:moveTo>
                  <a:pt x="26" y="0"/>
                </a:moveTo>
                <a:cubicBezTo>
                  <a:pt x="27" y="0"/>
                  <a:pt x="28" y="1"/>
                  <a:pt x="28" y="3"/>
                </a:cubicBezTo>
                <a:cubicBezTo>
                  <a:pt x="28" y="3"/>
                  <a:pt x="28" y="4"/>
                  <a:pt x="28" y="4"/>
                </a:cubicBezTo>
                <a:cubicBezTo>
                  <a:pt x="28" y="4"/>
                  <a:pt x="28" y="4"/>
                  <a:pt x="27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3"/>
                </a:cubicBezTo>
                <a:cubicBezTo>
                  <a:pt x="19" y="2"/>
                  <a:pt x="20" y="2"/>
                  <a:pt x="21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1"/>
                  <a:pt x="23" y="1"/>
                </a:cubicBezTo>
                <a:cubicBezTo>
                  <a:pt x="23" y="1"/>
                  <a:pt x="23" y="1"/>
                  <a:pt x="24" y="1"/>
                </a:cubicBezTo>
                <a:cubicBezTo>
                  <a:pt x="24" y="1"/>
                  <a:pt x="25" y="0"/>
                  <a:pt x="26" y="0"/>
                </a:cubicBezTo>
                <a:close/>
                <a:moveTo>
                  <a:pt x="7" y="24"/>
                </a:moveTo>
                <a:cubicBezTo>
                  <a:pt x="15" y="24"/>
                  <a:pt x="23" y="24"/>
                  <a:pt x="31" y="24"/>
                </a:cubicBezTo>
                <a:cubicBezTo>
                  <a:pt x="31" y="22"/>
                  <a:pt x="31" y="19"/>
                  <a:pt x="31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6"/>
                  <a:pt x="23" y="16"/>
                  <a:pt x="23" y="1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8"/>
                  <a:pt x="7" y="18"/>
                </a:cubicBezTo>
                <a:cubicBezTo>
                  <a:pt x="7" y="20"/>
                  <a:pt x="7" y="22"/>
                  <a:pt x="7" y="24"/>
                </a:cubicBezTo>
                <a:close/>
                <a:moveTo>
                  <a:pt x="24" y="21"/>
                </a:moveTo>
                <a:cubicBezTo>
                  <a:pt x="24" y="19"/>
                  <a:pt x="24" y="19"/>
                  <a:pt x="24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1"/>
                  <a:pt x="29" y="21"/>
                  <a:pt x="29" y="21"/>
                </a:cubicBezTo>
                <a:cubicBezTo>
                  <a:pt x="24" y="21"/>
                  <a:pt x="24" y="21"/>
                  <a:pt x="24" y="21"/>
                </a:cubicBezTo>
                <a:close/>
                <a:moveTo>
                  <a:pt x="9" y="21"/>
                </a:moveTo>
                <a:cubicBezTo>
                  <a:pt x="9" y="19"/>
                  <a:pt x="9" y="19"/>
                  <a:pt x="9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1"/>
                  <a:pt x="14" y="21"/>
                  <a:pt x="14" y="21"/>
                </a:cubicBezTo>
                <a:cubicBezTo>
                  <a:pt x="9" y="21"/>
                  <a:pt x="9" y="21"/>
                  <a:pt x="9" y="21"/>
                </a:cubicBezTo>
                <a:close/>
                <a:moveTo>
                  <a:pt x="17" y="21"/>
                </a:moveTo>
                <a:cubicBezTo>
                  <a:pt x="17" y="19"/>
                  <a:pt x="17" y="19"/>
                  <a:pt x="17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21"/>
                  <a:pt x="22" y="21"/>
                  <a:pt x="22" y="21"/>
                </a:cubicBezTo>
                <a:cubicBezTo>
                  <a:pt x="17" y="21"/>
                  <a:pt x="17" y="21"/>
                  <a:pt x="17" y="21"/>
                </a:cubicBezTo>
                <a:close/>
                <a:moveTo>
                  <a:pt x="18" y="6"/>
                </a:moveTo>
                <a:cubicBezTo>
                  <a:pt x="18" y="5"/>
                  <a:pt x="18" y="5"/>
                  <a:pt x="18" y="5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5"/>
                  <a:pt x="22" y="6"/>
                </a:cubicBezTo>
                <a:cubicBezTo>
                  <a:pt x="22" y="9"/>
                  <a:pt x="22" y="12"/>
                  <a:pt x="22" y="15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8" y="12"/>
                  <a:pt x="18" y="8"/>
                  <a:pt x="18" y="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endParaRPr lang="en-US" sz="186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Google Shape;174;p3"/>
          <p:cNvSpPr txBox="1"/>
          <p:nvPr/>
        </p:nvSpPr>
        <p:spPr>
          <a:xfrm>
            <a:off x="3868875" y="3145863"/>
            <a:ext cx="809452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Mô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tả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giải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pháp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cho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bài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toán</a:t>
            </a:r>
            <a:endParaRPr lang="en-US" sz="2400" b="1" kern="0" dirty="0">
              <a:solidFill>
                <a:srgbClr val="44546A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080022" y="3979189"/>
            <a:ext cx="649423" cy="649423"/>
            <a:chOff x="5354389" y="1349194"/>
            <a:chExt cx="1108482" cy="1108482"/>
          </a:xfrm>
        </p:grpSpPr>
        <p:sp>
          <p:nvSpPr>
            <p:cNvPr id="27" name="Oval 26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5429540" y="1424345"/>
              <a:ext cx="958180" cy="9581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Google Shape;174;p3"/>
          <p:cNvSpPr txBox="1"/>
          <p:nvPr/>
        </p:nvSpPr>
        <p:spPr>
          <a:xfrm>
            <a:off x="3860275" y="4096083"/>
            <a:ext cx="810310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Triển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khai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/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Kiểm</a:t>
            </a:r>
            <a:r>
              <a:rPr lang="en-US" sz="2400" b="1" kern="0" dirty="0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lang="en-US" sz="2400" b="1" kern="0" dirty="0" err="1">
                <a:solidFill>
                  <a:srgbClr val="44546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thử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30" name="Freeform 186"/>
          <p:cNvSpPr>
            <a:spLocks noEditPoints="1"/>
          </p:cNvSpPr>
          <p:nvPr/>
        </p:nvSpPr>
        <p:spPr bwMode="auto">
          <a:xfrm>
            <a:off x="3303774" y="4199560"/>
            <a:ext cx="219376" cy="270364"/>
          </a:xfrm>
          <a:custGeom>
            <a:avLst/>
            <a:gdLst>
              <a:gd name="T0" fmla="*/ 8 w 26"/>
              <a:gd name="T1" fmla="*/ 6 h 30"/>
              <a:gd name="T2" fmla="*/ 6 w 26"/>
              <a:gd name="T3" fmla="*/ 4 h 30"/>
              <a:gd name="T4" fmla="*/ 22 w 26"/>
              <a:gd name="T5" fmla="*/ 22 h 30"/>
              <a:gd name="T6" fmla="*/ 21 w 26"/>
              <a:gd name="T7" fmla="*/ 24 h 30"/>
              <a:gd name="T8" fmla="*/ 19 w 26"/>
              <a:gd name="T9" fmla="*/ 25 h 30"/>
              <a:gd name="T10" fmla="*/ 16 w 26"/>
              <a:gd name="T11" fmla="*/ 24 h 30"/>
              <a:gd name="T12" fmla="*/ 13 w 26"/>
              <a:gd name="T13" fmla="*/ 24 h 30"/>
              <a:gd name="T14" fmla="*/ 10 w 26"/>
              <a:gd name="T15" fmla="*/ 24 h 30"/>
              <a:gd name="T16" fmla="*/ 7 w 26"/>
              <a:gd name="T17" fmla="*/ 24 h 30"/>
              <a:gd name="T18" fmla="*/ 4 w 26"/>
              <a:gd name="T19" fmla="*/ 25 h 30"/>
              <a:gd name="T20" fmla="*/ 24 w 26"/>
              <a:gd name="T21" fmla="*/ 1 h 30"/>
              <a:gd name="T22" fmla="*/ 2 w 26"/>
              <a:gd name="T23" fmla="*/ 25 h 30"/>
              <a:gd name="T24" fmla="*/ 5 w 26"/>
              <a:gd name="T25" fmla="*/ 27 h 30"/>
              <a:gd name="T26" fmla="*/ 8 w 26"/>
              <a:gd name="T27" fmla="*/ 27 h 30"/>
              <a:gd name="T28" fmla="*/ 10 w 26"/>
              <a:gd name="T29" fmla="*/ 26 h 30"/>
              <a:gd name="T30" fmla="*/ 10 w 26"/>
              <a:gd name="T31" fmla="*/ 27 h 30"/>
              <a:gd name="T32" fmla="*/ 8 w 26"/>
              <a:gd name="T33" fmla="*/ 28 h 30"/>
              <a:gd name="T34" fmla="*/ 6 w 26"/>
              <a:gd name="T35" fmla="*/ 27 h 30"/>
              <a:gd name="T36" fmla="*/ 3 w 26"/>
              <a:gd name="T37" fmla="*/ 27 h 30"/>
              <a:gd name="T38" fmla="*/ 2 w 26"/>
              <a:gd name="T39" fmla="*/ 1 h 30"/>
              <a:gd name="T40" fmla="*/ 2 w 26"/>
              <a:gd name="T41" fmla="*/ 2 h 30"/>
              <a:gd name="T42" fmla="*/ 13 w 26"/>
              <a:gd name="T43" fmla="*/ 27 h 30"/>
              <a:gd name="T44" fmla="*/ 13 w 26"/>
              <a:gd name="T45" fmla="*/ 27 h 30"/>
              <a:gd name="T46" fmla="*/ 18 w 26"/>
              <a:gd name="T47" fmla="*/ 27 h 30"/>
              <a:gd name="T48" fmla="*/ 20 w 26"/>
              <a:gd name="T49" fmla="*/ 28 h 30"/>
              <a:gd name="T50" fmla="*/ 0 w 26"/>
              <a:gd name="T51" fmla="*/ 2 h 30"/>
              <a:gd name="T52" fmla="*/ 25 w 26"/>
              <a:gd name="T53" fmla="*/ 0 h 30"/>
              <a:gd name="T54" fmla="*/ 26 w 26"/>
              <a:gd name="T55" fmla="*/ 24 h 30"/>
              <a:gd name="T56" fmla="*/ 22 w 26"/>
              <a:gd name="T57" fmla="*/ 28 h 30"/>
              <a:gd name="T58" fmla="*/ 20 w 26"/>
              <a:gd name="T59" fmla="*/ 29 h 30"/>
              <a:gd name="T60" fmla="*/ 17 w 26"/>
              <a:gd name="T61" fmla="*/ 29 h 30"/>
              <a:gd name="T62" fmla="*/ 14 w 26"/>
              <a:gd name="T63" fmla="*/ 30 h 30"/>
              <a:gd name="T64" fmla="*/ 11 w 26"/>
              <a:gd name="T65" fmla="*/ 29 h 30"/>
              <a:gd name="T66" fmla="*/ 9 w 26"/>
              <a:gd name="T67" fmla="*/ 29 h 30"/>
              <a:gd name="T68" fmla="*/ 7 w 26"/>
              <a:gd name="T69" fmla="*/ 29 h 30"/>
              <a:gd name="T70" fmla="*/ 5 w 26"/>
              <a:gd name="T71" fmla="*/ 29 h 30"/>
              <a:gd name="T72" fmla="*/ 2 w 26"/>
              <a:gd name="T73" fmla="*/ 29 h 30"/>
              <a:gd name="T74" fmla="*/ 0 w 26"/>
              <a:gd name="T75" fmla="*/ 2 h 30"/>
              <a:gd name="T76" fmla="*/ 13 w 26"/>
              <a:gd name="T77" fmla="*/ 14 h 30"/>
              <a:gd name="T78" fmla="*/ 6 w 26"/>
              <a:gd name="T79" fmla="*/ 13 h 30"/>
              <a:gd name="T80" fmla="*/ 10 w 26"/>
              <a:gd name="T81" fmla="*/ 12 h 30"/>
              <a:gd name="T82" fmla="*/ 6 w 26"/>
              <a:gd name="T83" fmla="*/ 13 h 30"/>
              <a:gd name="T84" fmla="*/ 22 w 26"/>
              <a:gd name="T85" fmla="*/ 22 h 30"/>
              <a:gd name="T86" fmla="*/ 6 w 26"/>
              <a:gd name="T87" fmla="*/ 16 h 30"/>
              <a:gd name="T88" fmla="*/ 23 w 26"/>
              <a:gd name="T89" fmla="*/ 17 h 30"/>
              <a:gd name="T90" fmla="*/ 16 w 26"/>
              <a:gd name="T91" fmla="*/ 13 h 30"/>
              <a:gd name="T92" fmla="*/ 23 w 26"/>
              <a:gd name="T93" fmla="*/ 13 h 30"/>
              <a:gd name="T94" fmla="*/ 16 w 26"/>
              <a:gd name="T95" fmla="*/ 9 h 30"/>
              <a:gd name="T96" fmla="*/ 22 w 26"/>
              <a:gd name="T97" fmla="*/ 9 h 30"/>
              <a:gd name="T98" fmla="*/ 10 w 26"/>
              <a:gd name="T99" fmla="*/ 3 h 30"/>
              <a:gd name="T100" fmla="*/ 11 w 26"/>
              <a:gd name="T101" fmla="*/ 5 h 30"/>
              <a:gd name="T102" fmla="*/ 14 w 26"/>
              <a:gd name="T103" fmla="*/ 3 h 30"/>
              <a:gd name="T104" fmla="*/ 17 w 26"/>
              <a:gd name="T105" fmla="*/ 7 h 30"/>
              <a:gd name="T106" fmla="*/ 18 w 26"/>
              <a:gd name="T107" fmla="*/ 6 h 30"/>
              <a:gd name="T108" fmla="*/ 14 w 26"/>
              <a:gd name="T109" fmla="*/ 3 h 30"/>
              <a:gd name="T110" fmla="*/ 21 w 26"/>
              <a:gd name="T111" fmla="*/ 6 h 30"/>
              <a:gd name="T112" fmla="*/ 21 w 26"/>
              <a:gd name="T113" fmla="*/ 7 h 30"/>
              <a:gd name="T114" fmla="*/ 23 w 26"/>
              <a:gd name="T115" fmla="*/ 7 h 30"/>
              <a:gd name="T116" fmla="*/ 22 w 26"/>
              <a:gd name="T117" fmla="*/ 5 h 30"/>
              <a:gd name="T118" fmla="*/ 23 w 26"/>
              <a:gd name="T119" fmla="*/ 4 h 30"/>
              <a:gd name="T120" fmla="*/ 24 w 26"/>
              <a:gd name="T121" fmla="*/ 4 h 30"/>
              <a:gd name="T122" fmla="*/ 20 w 26"/>
              <a:gd name="T123" fmla="*/ 3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6" h="30">
                <a:moveTo>
                  <a:pt x="8" y="7"/>
                </a:moveTo>
                <a:cubicBezTo>
                  <a:pt x="9" y="7"/>
                  <a:pt x="9" y="7"/>
                  <a:pt x="9" y="7"/>
                </a:cubicBezTo>
                <a:cubicBezTo>
                  <a:pt x="9" y="3"/>
                  <a:pt x="9" y="3"/>
                  <a:pt x="9" y="3"/>
                </a:cubicBezTo>
                <a:cubicBezTo>
                  <a:pt x="8" y="3"/>
                  <a:pt x="8" y="3"/>
                  <a:pt x="8" y="3"/>
                </a:cubicBezTo>
                <a:cubicBezTo>
                  <a:pt x="8" y="4"/>
                  <a:pt x="8" y="5"/>
                  <a:pt x="8" y="6"/>
                </a:cubicBezTo>
                <a:cubicBezTo>
                  <a:pt x="8" y="5"/>
                  <a:pt x="7" y="4"/>
                  <a:pt x="7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6" y="7"/>
                  <a:pt x="6" y="7"/>
                </a:cubicBezTo>
                <a:cubicBezTo>
                  <a:pt x="6" y="6"/>
                  <a:pt x="6" y="5"/>
                  <a:pt x="6" y="4"/>
                </a:cubicBezTo>
                <a:cubicBezTo>
                  <a:pt x="7" y="5"/>
                  <a:pt x="7" y="6"/>
                  <a:pt x="8" y="7"/>
                </a:cubicBezTo>
                <a:close/>
                <a:moveTo>
                  <a:pt x="25" y="2"/>
                </a:moveTo>
                <a:cubicBezTo>
                  <a:pt x="25" y="22"/>
                  <a:pt x="25" y="22"/>
                  <a:pt x="25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5"/>
                  <a:pt x="19" y="25"/>
                  <a:pt x="19" y="25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6" y="24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8" y="25"/>
                  <a:pt x="8" y="25"/>
                  <a:pt x="8" y="25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5" y="25"/>
                  <a:pt x="5" y="25"/>
                  <a:pt x="5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"/>
                  <a:pt x="4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4" y="1"/>
                  <a:pt x="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5" y="2"/>
                  <a:pt x="25" y="2"/>
                </a:cubicBezTo>
                <a:cubicBezTo>
                  <a:pt x="25" y="2"/>
                  <a:pt x="25" y="2"/>
                  <a:pt x="25" y="2"/>
                </a:cubicBezTo>
                <a:close/>
                <a:moveTo>
                  <a:pt x="2" y="25"/>
                </a:moveTo>
                <a:cubicBezTo>
                  <a:pt x="2" y="25"/>
                  <a:pt x="2" y="25"/>
                  <a:pt x="2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5"/>
                  <a:pt x="3" y="26"/>
                  <a:pt x="3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6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10" y="26"/>
                  <a:pt x="10" y="26"/>
                  <a:pt x="10" y="26"/>
                </a:cubicBezTo>
                <a:cubicBezTo>
                  <a:pt x="11" y="27"/>
                  <a:pt x="11" y="27"/>
                  <a:pt x="11" y="27"/>
                </a:cubicBezTo>
                <a:cubicBezTo>
                  <a:pt x="11" y="27"/>
                  <a:pt x="12" y="27"/>
                  <a:pt x="12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8"/>
                  <a:pt x="11" y="28"/>
                  <a:pt x="11" y="28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8"/>
                  <a:pt x="8" y="28"/>
                  <a:pt x="8" y="28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6" y="27"/>
                  <a:pt x="6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5" y="28"/>
                  <a:pt x="5" y="28"/>
                  <a:pt x="5" y="28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2" y="28"/>
                  <a:pt x="2" y="28"/>
                  <a:pt x="2" y="28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5"/>
                  <a:pt x="2" y="25"/>
                  <a:pt x="2" y="25"/>
                </a:cubicBezTo>
                <a:close/>
                <a:moveTo>
                  <a:pt x="13" y="27"/>
                </a:move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4" y="28"/>
                  <a:pt x="14" y="28"/>
                  <a:pt x="14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6"/>
                  <a:pt x="14" y="26"/>
                  <a:pt x="14" y="26"/>
                </a:cubicBezTo>
                <a:cubicBezTo>
                  <a:pt x="13" y="27"/>
                  <a:pt x="13" y="27"/>
                  <a:pt x="13" y="27"/>
                </a:cubicBezTo>
                <a:close/>
                <a:moveTo>
                  <a:pt x="16" y="27"/>
                </a:moveTo>
                <a:cubicBezTo>
                  <a:pt x="16" y="27"/>
                  <a:pt x="16" y="27"/>
                  <a:pt x="16" y="27"/>
                </a:cubicBezTo>
                <a:cubicBezTo>
                  <a:pt x="17" y="28"/>
                  <a:pt x="17" y="28"/>
                  <a:pt x="17" y="28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7" y="26"/>
                  <a:pt x="17" y="26"/>
                  <a:pt x="17" y="26"/>
                </a:cubicBezTo>
                <a:cubicBezTo>
                  <a:pt x="16" y="27"/>
                  <a:pt x="16" y="27"/>
                  <a:pt x="16" y="27"/>
                </a:cubicBezTo>
                <a:close/>
                <a:moveTo>
                  <a:pt x="19" y="27"/>
                </a:moveTo>
                <a:cubicBezTo>
                  <a:pt x="19" y="27"/>
                  <a:pt x="19" y="27"/>
                  <a:pt x="19" y="27"/>
                </a:cubicBezTo>
                <a:cubicBezTo>
                  <a:pt x="20" y="28"/>
                  <a:pt x="20" y="28"/>
                  <a:pt x="20" y="28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6"/>
                  <a:pt x="21" y="26"/>
                  <a:pt x="21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19" y="27"/>
                  <a:pt x="19" y="27"/>
                  <a:pt x="19" y="27"/>
                </a:cubicBezTo>
                <a:close/>
                <a:moveTo>
                  <a:pt x="0" y="2"/>
                </a:move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6" y="0"/>
                  <a:pt x="26" y="0"/>
                </a:cubicBezTo>
                <a:cubicBezTo>
                  <a:pt x="26" y="0"/>
                  <a:pt x="26" y="2"/>
                  <a:pt x="26" y="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10"/>
                  <a:pt x="26" y="16"/>
                  <a:pt x="26" y="22"/>
                </a:cubicBezTo>
                <a:cubicBezTo>
                  <a:pt x="26" y="23"/>
                  <a:pt x="26" y="23"/>
                  <a:pt x="26" y="24"/>
                </a:cubicBezTo>
                <a:cubicBezTo>
                  <a:pt x="25" y="25"/>
                  <a:pt x="23" y="26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2" y="28"/>
                  <a:pt x="22" y="28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30"/>
                  <a:pt x="20" y="30"/>
                  <a:pt x="20" y="30"/>
                </a:cubicBezTo>
                <a:cubicBezTo>
                  <a:pt x="20" y="30"/>
                  <a:pt x="20" y="30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30"/>
                  <a:pt x="17" y="30"/>
                  <a:pt x="17" y="30"/>
                </a:cubicBezTo>
                <a:cubicBezTo>
                  <a:pt x="17" y="30"/>
                  <a:pt x="17" y="30"/>
                  <a:pt x="17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30"/>
                  <a:pt x="14" y="30"/>
                  <a:pt x="14" y="30"/>
                </a:cubicBezTo>
                <a:cubicBezTo>
                  <a:pt x="14" y="30"/>
                  <a:pt x="14" y="30"/>
                  <a:pt x="14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2" y="29"/>
                  <a:pt x="12" y="29"/>
                  <a:pt x="12" y="29"/>
                </a:cubicBezTo>
                <a:cubicBezTo>
                  <a:pt x="12" y="29"/>
                  <a:pt x="12" y="29"/>
                  <a:pt x="11" y="29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0"/>
                  <a:pt x="11" y="30"/>
                  <a:pt x="11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9"/>
                  <a:pt x="9" y="29"/>
                  <a:pt x="8" y="29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0"/>
                  <a:pt x="8" y="30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5" y="29"/>
                  <a:pt x="5" y="29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5" y="30"/>
                  <a:pt x="5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4" y="29"/>
                  <a:pt x="4" y="29"/>
                  <a:pt x="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29"/>
                </a:cubicBezTo>
                <a:cubicBezTo>
                  <a:pt x="2" y="29"/>
                  <a:pt x="2" y="29"/>
                  <a:pt x="1" y="29"/>
                </a:cubicBezTo>
                <a:cubicBezTo>
                  <a:pt x="1" y="29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"/>
                  <a:pt x="0" y="2"/>
                  <a:pt x="0" y="2"/>
                </a:cubicBezTo>
                <a:close/>
                <a:moveTo>
                  <a:pt x="6" y="9"/>
                </a:moveTo>
                <a:cubicBezTo>
                  <a:pt x="6" y="9"/>
                  <a:pt x="6" y="9"/>
                  <a:pt x="6" y="9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4"/>
                  <a:pt x="6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4" y="13"/>
                  <a:pt x="14" y="13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3" y="9"/>
                </a:cubicBezTo>
                <a:cubicBezTo>
                  <a:pt x="6" y="9"/>
                  <a:pt x="6" y="9"/>
                  <a:pt x="6" y="9"/>
                </a:cubicBezTo>
                <a:close/>
                <a:moveTo>
                  <a:pt x="6" y="13"/>
                </a:moveTo>
                <a:cubicBezTo>
                  <a:pt x="13" y="13"/>
                  <a:pt x="13" y="13"/>
                  <a:pt x="13" y="13"/>
                </a:cubicBezTo>
                <a:cubicBezTo>
                  <a:pt x="13" y="12"/>
                  <a:pt x="13" y="12"/>
                  <a:pt x="13" y="12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9" y="12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3"/>
                  <a:pt x="6" y="13"/>
                  <a:pt x="6" y="13"/>
                </a:cubicBezTo>
                <a:close/>
                <a:moveTo>
                  <a:pt x="6" y="20"/>
                </a:moveTo>
                <a:cubicBezTo>
                  <a:pt x="6" y="20"/>
                  <a:pt x="6" y="20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2"/>
                  <a:pt x="6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3" y="22"/>
                  <a:pt x="23" y="21"/>
                  <a:pt x="23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20"/>
                  <a:pt x="23" y="20"/>
                  <a:pt x="22" y="20"/>
                </a:cubicBezTo>
                <a:cubicBezTo>
                  <a:pt x="6" y="20"/>
                  <a:pt x="6" y="20"/>
                  <a:pt x="6" y="20"/>
                </a:cubicBezTo>
                <a:close/>
                <a:moveTo>
                  <a:pt x="6" y="16"/>
                </a:moveTo>
                <a:cubicBezTo>
                  <a:pt x="6" y="16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8"/>
                  <a:pt x="6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6"/>
                  <a:pt x="22" y="16"/>
                </a:cubicBezTo>
                <a:cubicBezTo>
                  <a:pt x="6" y="16"/>
                  <a:pt x="6" y="16"/>
                  <a:pt x="6" y="16"/>
                </a:cubicBezTo>
                <a:close/>
                <a:moveTo>
                  <a:pt x="16" y="12"/>
                </a:moveTo>
                <a:cubicBezTo>
                  <a:pt x="16" y="12"/>
                  <a:pt x="16" y="13"/>
                  <a:pt x="1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4"/>
                  <a:pt x="23" y="13"/>
                  <a:pt x="23" y="13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3"/>
                  <a:pt x="23" y="12"/>
                  <a:pt x="22" y="12"/>
                </a:cubicBezTo>
                <a:cubicBezTo>
                  <a:pt x="16" y="12"/>
                  <a:pt x="16" y="12"/>
                  <a:pt x="16" y="12"/>
                </a:cubicBezTo>
                <a:close/>
                <a:moveTo>
                  <a:pt x="16" y="9"/>
                </a:move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10"/>
                  <a:pt x="16" y="10"/>
                  <a:pt x="16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0"/>
                  <a:pt x="23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3" y="9"/>
                  <a:pt x="22" y="9"/>
                </a:cubicBezTo>
                <a:cubicBezTo>
                  <a:pt x="16" y="9"/>
                  <a:pt x="16" y="9"/>
                  <a:pt x="16" y="9"/>
                </a:cubicBezTo>
                <a:close/>
                <a:moveTo>
                  <a:pt x="11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7"/>
                  <a:pt x="10" y="7"/>
                  <a:pt x="10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6"/>
                  <a:pt x="11" y="6"/>
                  <a:pt x="11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4"/>
                  <a:pt x="11" y="4"/>
                  <a:pt x="11" y="4"/>
                </a:cubicBezTo>
                <a:close/>
                <a:moveTo>
                  <a:pt x="14" y="3"/>
                </a:moveTo>
                <a:cubicBezTo>
                  <a:pt x="13" y="3"/>
                  <a:pt x="13" y="3"/>
                  <a:pt x="13" y="3"/>
                </a:cubicBezTo>
                <a:cubicBezTo>
                  <a:pt x="14" y="7"/>
                  <a:pt x="14" y="7"/>
                  <a:pt x="14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6"/>
                  <a:pt x="16" y="5"/>
                  <a:pt x="17" y="4"/>
                </a:cubicBezTo>
                <a:cubicBezTo>
                  <a:pt x="17" y="5"/>
                  <a:pt x="17" y="6"/>
                  <a:pt x="17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9" y="3"/>
                  <a:pt x="19" y="3"/>
                  <a:pt x="19" y="3"/>
                </a:cubicBezTo>
                <a:cubicBezTo>
                  <a:pt x="19" y="4"/>
                  <a:pt x="18" y="5"/>
                  <a:pt x="18" y="6"/>
                </a:cubicBezTo>
                <a:cubicBezTo>
                  <a:pt x="18" y="5"/>
                  <a:pt x="17" y="4"/>
                  <a:pt x="17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4"/>
                  <a:pt x="15" y="5"/>
                  <a:pt x="15" y="6"/>
                </a:cubicBezTo>
                <a:cubicBezTo>
                  <a:pt x="15" y="5"/>
                  <a:pt x="15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lose/>
                <a:moveTo>
                  <a:pt x="20" y="5"/>
                </a:moveTo>
                <a:cubicBezTo>
                  <a:pt x="21" y="5"/>
                  <a:pt x="21" y="5"/>
                  <a:pt x="21" y="5"/>
                </a:cubicBezTo>
                <a:cubicBezTo>
                  <a:pt x="22" y="6"/>
                  <a:pt x="23" y="5"/>
                  <a:pt x="23" y="6"/>
                </a:cubicBezTo>
                <a:cubicBezTo>
                  <a:pt x="23" y="7"/>
                  <a:pt x="21" y="7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6"/>
                  <a:pt x="20" y="6"/>
                  <a:pt x="20" y="6"/>
                </a:cubicBezTo>
                <a:cubicBezTo>
                  <a:pt x="20" y="6"/>
                  <a:pt x="20" y="6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4" y="7"/>
                  <a:pt x="24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6"/>
                  <a:pt x="24" y="6"/>
                  <a:pt x="24" y="5"/>
                </a:cubicBezTo>
                <a:cubicBezTo>
                  <a:pt x="24" y="5"/>
                  <a:pt x="23" y="5"/>
                  <a:pt x="22" y="5"/>
                </a:cubicBezTo>
                <a:cubicBezTo>
                  <a:pt x="21" y="5"/>
                  <a:pt x="21" y="5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3"/>
                  <a:pt x="23" y="3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3"/>
                </a:cubicBezTo>
                <a:cubicBezTo>
                  <a:pt x="24" y="3"/>
                  <a:pt x="23" y="3"/>
                  <a:pt x="23" y="3"/>
                </a:cubicBezTo>
                <a:cubicBezTo>
                  <a:pt x="23" y="3"/>
                  <a:pt x="21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4"/>
                  <a:pt x="20" y="5"/>
                  <a:pt x="20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endParaRPr lang="en-US" sz="186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3123878" y="4978417"/>
            <a:ext cx="649423" cy="649422"/>
            <a:chOff x="5354389" y="1349194"/>
            <a:chExt cx="1108482" cy="1108482"/>
          </a:xfrm>
        </p:grpSpPr>
        <p:sp>
          <p:nvSpPr>
            <p:cNvPr id="32" name="Oval 31"/>
            <p:cNvSpPr/>
            <p:nvPr/>
          </p:nvSpPr>
          <p:spPr>
            <a:xfrm>
              <a:off x="5354389" y="1349194"/>
              <a:ext cx="1108482" cy="11084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429539" y="1424349"/>
              <a:ext cx="958180" cy="958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Google Shape;174;p3"/>
          <p:cNvSpPr txBox="1"/>
          <p:nvPr/>
        </p:nvSpPr>
        <p:spPr>
          <a:xfrm>
            <a:off x="3860275" y="5067839"/>
            <a:ext cx="786787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Kết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luận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36" name="AutoShape 123">
            <a:extLst>
              <a:ext uri="{FF2B5EF4-FFF2-40B4-BE49-F238E27FC236}">
                <a16:creationId xmlns:a16="http://schemas.microsoft.com/office/drawing/2014/main" id="{1F17E50E-B8A0-47F2-827B-5B58BC24DB8F}"/>
              </a:ext>
            </a:extLst>
          </p:cNvPr>
          <p:cNvSpPr>
            <a:spLocks/>
          </p:cNvSpPr>
          <p:nvPr/>
        </p:nvSpPr>
        <p:spPr bwMode="auto">
          <a:xfrm>
            <a:off x="3311377" y="5179073"/>
            <a:ext cx="277812" cy="2651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6949"/>
                </a:moveTo>
                <a:cubicBezTo>
                  <a:pt x="21599" y="7542"/>
                  <a:pt x="21407" y="8153"/>
                  <a:pt x="21017" y="8781"/>
                </a:cubicBezTo>
                <a:cubicBezTo>
                  <a:pt x="20628" y="9416"/>
                  <a:pt x="20109" y="10015"/>
                  <a:pt x="19458" y="10585"/>
                </a:cubicBezTo>
                <a:cubicBezTo>
                  <a:pt x="18806" y="11152"/>
                  <a:pt x="18040" y="11651"/>
                  <a:pt x="17159" y="12083"/>
                </a:cubicBezTo>
                <a:cubicBezTo>
                  <a:pt x="16275" y="12512"/>
                  <a:pt x="15327" y="12820"/>
                  <a:pt x="14315" y="12996"/>
                </a:cubicBezTo>
                <a:cubicBezTo>
                  <a:pt x="13880" y="13090"/>
                  <a:pt x="13492" y="13284"/>
                  <a:pt x="13151" y="13578"/>
                </a:cubicBezTo>
                <a:cubicBezTo>
                  <a:pt x="12809" y="13872"/>
                  <a:pt x="12641" y="14204"/>
                  <a:pt x="12641" y="14571"/>
                </a:cubicBezTo>
                <a:cubicBezTo>
                  <a:pt x="12641" y="14900"/>
                  <a:pt x="12713" y="15140"/>
                  <a:pt x="12865" y="15293"/>
                </a:cubicBezTo>
                <a:cubicBezTo>
                  <a:pt x="13015" y="15449"/>
                  <a:pt x="13177" y="15596"/>
                  <a:pt x="13364" y="15728"/>
                </a:cubicBezTo>
                <a:cubicBezTo>
                  <a:pt x="13546" y="15866"/>
                  <a:pt x="13717" y="16010"/>
                  <a:pt x="13874" y="16169"/>
                </a:cubicBezTo>
                <a:cubicBezTo>
                  <a:pt x="14032" y="16330"/>
                  <a:pt x="14125" y="16574"/>
                  <a:pt x="14160" y="16903"/>
                </a:cubicBezTo>
                <a:cubicBezTo>
                  <a:pt x="14195" y="17117"/>
                  <a:pt x="14187" y="17340"/>
                  <a:pt x="14133" y="17564"/>
                </a:cubicBezTo>
                <a:cubicBezTo>
                  <a:pt x="14099" y="17696"/>
                  <a:pt x="14200" y="17805"/>
                  <a:pt x="14432" y="17893"/>
                </a:cubicBezTo>
                <a:cubicBezTo>
                  <a:pt x="14667" y="17981"/>
                  <a:pt x="14956" y="18069"/>
                  <a:pt x="15295" y="18154"/>
                </a:cubicBezTo>
                <a:cubicBezTo>
                  <a:pt x="15637" y="18236"/>
                  <a:pt x="15987" y="18342"/>
                  <a:pt x="16344" y="18468"/>
                </a:cubicBezTo>
                <a:cubicBezTo>
                  <a:pt x="16705" y="18595"/>
                  <a:pt x="16975" y="18756"/>
                  <a:pt x="17164" y="18953"/>
                </a:cubicBezTo>
                <a:cubicBezTo>
                  <a:pt x="17266" y="19050"/>
                  <a:pt x="17351" y="19232"/>
                  <a:pt x="17415" y="19511"/>
                </a:cubicBezTo>
                <a:cubicBezTo>
                  <a:pt x="17477" y="19790"/>
                  <a:pt x="17519" y="20090"/>
                  <a:pt x="17535" y="20416"/>
                </a:cubicBezTo>
                <a:cubicBezTo>
                  <a:pt x="17554" y="20727"/>
                  <a:pt x="17527" y="21000"/>
                  <a:pt x="17463" y="21241"/>
                </a:cubicBezTo>
                <a:cubicBezTo>
                  <a:pt x="17394" y="21479"/>
                  <a:pt x="17268" y="21599"/>
                  <a:pt x="17089" y="21599"/>
                </a:cubicBezTo>
                <a:lnTo>
                  <a:pt x="4496" y="21599"/>
                </a:lnTo>
                <a:cubicBezTo>
                  <a:pt x="4328" y="21599"/>
                  <a:pt x="4205" y="21479"/>
                  <a:pt x="4130" y="21241"/>
                </a:cubicBezTo>
                <a:cubicBezTo>
                  <a:pt x="4061" y="21000"/>
                  <a:pt x="4032" y="20727"/>
                  <a:pt x="4048" y="20416"/>
                </a:cubicBezTo>
                <a:cubicBezTo>
                  <a:pt x="4066" y="20090"/>
                  <a:pt x="4109" y="19790"/>
                  <a:pt x="4170" y="19511"/>
                </a:cubicBezTo>
                <a:cubicBezTo>
                  <a:pt x="4235" y="19232"/>
                  <a:pt x="4317" y="19050"/>
                  <a:pt x="4421" y="18953"/>
                </a:cubicBezTo>
                <a:cubicBezTo>
                  <a:pt x="4616" y="18768"/>
                  <a:pt x="4889" y="18606"/>
                  <a:pt x="5239" y="18474"/>
                </a:cubicBezTo>
                <a:cubicBezTo>
                  <a:pt x="5588" y="18345"/>
                  <a:pt x="5933" y="18236"/>
                  <a:pt x="6269" y="18154"/>
                </a:cubicBezTo>
                <a:cubicBezTo>
                  <a:pt x="6606" y="18069"/>
                  <a:pt x="6897" y="17984"/>
                  <a:pt x="7145" y="17901"/>
                </a:cubicBezTo>
                <a:cubicBezTo>
                  <a:pt x="7394" y="17816"/>
                  <a:pt x="7498" y="17705"/>
                  <a:pt x="7463" y="17564"/>
                </a:cubicBezTo>
                <a:cubicBezTo>
                  <a:pt x="7428" y="17432"/>
                  <a:pt x="7412" y="17311"/>
                  <a:pt x="7412" y="17205"/>
                </a:cubicBezTo>
                <a:lnTo>
                  <a:pt x="7412" y="16903"/>
                </a:lnTo>
                <a:cubicBezTo>
                  <a:pt x="7428" y="16574"/>
                  <a:pt x="7519" y="16330"/>
                  <a:pt x="7687" y="16169"/>
                </a:cubicBezTo>
                <a:cubicBezTo>
                  <a:pt x="7853" y="16010"/>
                  <a:pt x="8034" y="15866"/>
                  <a:pt x="8224" y="15728"/>
                </a:cubicBezTo>
                <a:cubicBezTo>
                  <a:pt x="8416" y="15593"/>
                  <a:pt x="8584" y="15446"/>
                  <a:pt x="8729" y="15293"/>
                </a:cubicBezTo>
                <a:cubicBezTo>
                  <a:pt x="8873" y="15140"/>
                  <a:pt x="8945" y="14900"/>
                  <a:pt x="8945" y="14571"/>
                </a:cubicBezTo>
                <a:cubicBezTo>
                  <a:pt x="8945" y="14204"/>
                  <a:pt x="8777" y="13875"/>
                  <a:pt x="8440" y="13578"/>
                </a:cubicBezTo>
                <a:cubicBezTo>
                  <a:pt x="8104" y="13281"/>
                  <a:pt x="7706" y="13090"/>
                  <a:pt x="7247" y="12996"/>
                </a:cubicBezTo>
                <a:cubicBezTo>
                  <a:pt x="6251" y="12811"/>
                  <a:pt x="5311" y="12497"/>
                  <a:pt x="4435" y="12062"/>
                </a:cubicBezTo>
                <a:cubicBezTo>
                  <a:pt x="3554" y="11628"/>
                  <a:pt x="2790" y="11128"/>
                  <a:pt x="2133" y="10570"/>
                </a:cubicBezTo>
                <a:cubicBezTo>
                  <a:pt x="1479" y="10012"/>
                  <a:pt x="958" y="9416"/>
                  <a:pt x="574" y="8781"/>
                </a:cubicBezTo>
                <a:cubicBezTo>
                  <a:pt x="189" y="8153"/>
                  <a:pt x="0" y="7542"/>
                  <a:pt x="0" y="6949"/>
                </a:cubicBezTo>
                <a:lnTo>
                  <a:pt x="0" y="4320"/>
                </a:lnTo>
                <a:cubicBezTo>
                  <a:pt x="0" y="4009"/>
                  <a:pt x="93" y="3756"/>
                  <a:pt x="285" y="3553"/>
                </a:cubicBezTo>
                <a:cubicBezTo>
                  <a:pt x="475" y="3354"/>
                  <a:pt x="712" y="3254"/>
                  <a:pt x="998" y="3254"/>
                </a:cubicBezTo>
                <a:lnTo>
                  <a:pt x="5124" y="3254"/>
                </a:lnTo>
                <a:cubicBezTo>
                  <a:pt x="5108" y="3139"/>
                  <a:pt x="5097" y="3025"/>
                  <a:pt x="5097" y="2901"/>
                </a:cubicBezTo>
                <a:lnTo>
                  <a:pt x="5097" y="2564"/>
                </a:lnTo>
                <a:lnTo>
                  <a:pt x="5097" y="2505"/>
                </a:lnTo>
                <a:cubicBezTo>
                  <a:pt x="5097" y="2005"/>
                  <a:pt x="5118" y="1594"/>
                  <a:pt x="5156" y="1265"/>
                </a:cubicBezTo>
                <a:cubicBezTo>
                  <a:pt x="5193" y="939"/>
                  <a:pt x="5260" y="684"/>
                  <a:pt x="5353" y="499"/>
                </a:cubicBezTo>
                <a:cubicBezTo>
                  <a:pt x="5444" y="320"/>
                  <a:pt x="5580" y="187"/>
                  <a:pt x="5754" y="111"/>
                </a:cubicBezTo>
                <a:cubicBezTo>
                  <a:pt x="5928" y="38"/>
                  <a:pt x="6165" y="0"/>
                  <a:pt x="6464" y="0"/>
                </a:cubicBezTo>
                <a:lnTo>
                  <a:pt x="15132" y="0"/>
                </a:lnTo>
                <a:cubicBezTo>
                  <a:pt x="15410" y="0"/>
                  <a:pt x="15645" y="38"/>
                  <a:pt x="15829" y="111"/>
                </a:cubicBezTo>
                <a:cubicBezTo>
                  <a:pt x="16011" y="187"/>
                  <a:pt x="16149" y="320"/>
                  <a:pt x="16243" y="499"/>
                </a:cubicBezTo>
                <a:cubicBezTo>
                  <a:pt x="16336" y="684"/>
                  <a:pt x="16403" y="939"/>
                  <a:pt x="16435" y="1265"/>
                </a:cubicBezTo>
                <a:cubicBezTo>
                  <a:pt x="16470" y="1594"/>
                  <a:pt x="16486" y="2006"/>
                  <a:pt x="16486" y="2505"/>
                </a:cubicBezTo>
                <a:lnTo>
                  <a:pt x="16486" y="2863"/>
                </a:lnTo>
                <a:cubicBezTo>
                  <a:pt x="16486" y="2989"/>
                  <a:pt x="16478" y="3119"/>
                  <a:pt x="16459" y="3251"/>
                </a:cubicBezTo>
                <a:lnTo>
                  <a:pt x="20603" y="3251"/>
                </a:lnTo>
                <a:cubicBezTo>
                  <a:pt x="20884" y="3251"/>
                  <a:pt x="21119" y="3351"/>
                  <a:pt x="21314" y="3550"/>
                </a:cubicBezTo>
                <a:cubicBezTo>
                  <a:pt x="21503" y="3753"/>
                  <a:pt x="21599" y="4006"/>
                  <a:pt x="21599" y="4317"/>
                </a:cubicBezTo>
                <a:lnTo>
                  <a:pt x="21599" y="6949"/>
                </a:lnTo>
                <a:close/>
                <a:moveTo>
                  <a:pt x="6283" y="10550"/>
                </a:moveTo>
                <a:cubicBezTo>
                  <a:pt x="6072" y="9798"/>
                  <a:pt x="5882" y="8978"/>
                  <a:pt x="5714" y="8082"/>
                </a:cubicBezTo>
                <a:cubicBezTo>
                  <a:pt x="5548" y="7189"/>
                  <a:pt x="5407" y="6299"/>
                  <a:pt x="5287" y="5415"/>
                </a:cubicBezTo>
                <a:lnTo>
                  <a:pt x="1962" y="5415"/>
                </a:lnTo>
                <a:lnTo>
                  <a:pt x="1962" y="6949"/>
                </a:lnTo>
                <a:cubicBezTo>
                  <a:pt x="1962" y="7137"/>
                  <a:pt x="2064" y="7389"/>
                  <a:pt x="2264" y="7709"/>
                </a:cubicBezTo>
                <a:cubicBezTo>
                  <a:pt x="2462" y="8029"/>
                  <a:pt x="2753" y="8358"/>
                  <a:pt x="3126" y="8699"/>
                </a:cubicBezTo>
                <a:cubicBezTo>
                  <a:pt x="3500" y="9040"/>
                  <a:pt x="3954" y="9381"/>
                  <a:pt x="4488" y="9707"/>
                </a:cubicBezTo>
                <a:cubicBezTo>
                  <a:pt x="5022" y="10033"/>
                  <a:pt x="5618" y="10315"/>
                  <a:pt x="6283" y="10550"/>
                </a:cubicBezTo>
                <a:moveTo>
                  <a:pt x="19629" y="5415"/>
                </a:moveTo>
                <a:lnTo>
                  <a:pt x="16280" y="5415"/>
                </a:lnTo>
                <a:cubicBezTo>
                  <a:pt x="16179" y="6299"/>
                  <a:pt x="16043" y="7189"/>
                  <a:pt x="15877" y="8082"/>
                </a:cubicBezTo>
                <a:cubicBezTo>
                  <a:pt x="15712" y="8978"/>
                  <a:pt x="15522" y="9798"/>
                  <a:pt x="15308" y="10550"/>
                </a:cubicBezTo>
                <a:cubicBezTo>
                  <a:pt x="15973" y="10315"/>
                  <a:pt x="16574" y="10033"/>
                  <a:pt x="17105" y="9707"/>
                </a:cubicBezTo>
                <a:cubicBezTo>
                  <a:pt x="17637" y="9381"/>
                  <a:pt x="18091" y="9040"/>
                  <a:pt x="18467" y="8699"/>
                </a:cubicBezTo>
                <a:cubicBezTo>
                  <a:pt x="18844" y="8358"/>
                  <a:pt x="19130" y="8029"/>
                  <a:pt x="19330" y="7709"/>
                </a:cubicBezTo>
                <a:cubicBezTo>
                  <a:pt x="19530" y="7389"/>
                  <a:pt x="19629" y="7137"/>
                  <a:pt x="19629" y="6949"/>
                </a:cubicBezTo>
                <a:lnTo>
                  <a:pt x="19629" y="54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48" tIns="19048" rIns="19048" bIns="19048" anchor="ctr"/>
          <a:lstStyle/>
          <a:p>
            <a:pPr defTabSz="17123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05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Gill Sans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4010297" y="959646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010297" y="1948068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010297" y="2888595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010297" y="3868309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010297" y="4821898"/>
            <a:ext cx="7184572" cy="0"/>
          </a:xfrm>
          <a:prstGeom prst="line">
            <a:avLst/>
          </a:prstGeom>
          <a:ln>
            <a:solidFill>
              <a:schemeClr val="accent3">
                <a:alpha val="4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Google Shape;174;p3"/>
          <p:cNvSpPr txBox="1"/>
          <p:nvPr/>
        </p:nvSpPr>
        <p:spPr>
          <a:xfrm>
            <a:off x="424070" y="235163"/>
            <a:ext cx="275234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Nội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Dung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7" name="Block Arc 41">
            <a:extLst>
              <a:ext uri="{FF2B5EF4-FFF2-40B4-BE49-F238E27FC236}">
                <a16:creationId xmlns:a16="http://schemas.microsoft.com/office/drawing/2014/main" id="{B3B25E34-8ABE-4D0C-9A57-89485104BAD1}"/>
              </a:ext>
            </a:extLst>
          </p:cNvPr>
          <p:cNvSpPr/>
          <p:nvPr/>
        </p:nvSpPr>
        <p:spPr>
          <a:xfrm>
            <a:off x="3272714" y="1222709"/>
            <a:ext cx="379392" cy="428255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18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C4B9-29DC-444F-B0C6-CF540AD6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90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5F440-D8F8-D945-A43F-CBB3240A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06EDE-27DA-3542-A57C-A55C5E9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6FB5-E899-F44E-9790-D7DCFB39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5B20E5-B84D-A947-80AE-6968A66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30C1-F4E6-6146-9ACC-55842C1AC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72458"/>
            <a:ext cx="11551617" cy="5150756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, e.g.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Lí</a:t>
            </a:r>
            <a:r>
              <a:rPr lang="en-US" dirty="0"/>
              <a:t> do: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,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,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.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24360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3577-92CC-E92C-27DC-5FA4F5E8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7950BD-DFC0-063F-2B5B-1434B34C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491CC-67AD-467B-25F8-176374C2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55467-3C97-964C-0AA1-0FBFB785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AB2541-58E7-6F2E-D6CC-767A9960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/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FA344-DB54-E8FE-6A6A-B00F4CA626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72458"/>
            <a:ext cx="11551617" cy="5150756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: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.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…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1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2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…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3724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BA16-471E-E99A-06DD-8E4C503BA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4FC3-BB71-1995-EAD2-1A597254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79" y="3202605"/>
            <a:ext cx="10262152" cy="734399"/>
          </a:xfrm>
        </p:spPr>
        <p:txBody>
          <a:bodyPr/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028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2AE9-99B9-5E7A-9109-AF434EA4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C7482-4414-350F-AD48-5967FBDB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A54D3-C1BC-C692-89E6-A105AE03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495C4-BD8E-FFF8-78A6-B6AD531F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0DB80D-C95B-9909-5379-368C1C2C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b="1" strike="noStrike" spc="-1" dirty="0" err="1">
                <a:solidFill>
                  <a:srgbClr val="223771"/>
                </a:solidFill>
              </a:rPr>
              <a:t>Mục</a:t>
            </a:r>
            <a:r>
              <a:rPr lang="en-US" sz="3300" b="1" strike="noStrike" spc="-1" dirty="0">
                <a:solidFill>
                  <a:srgbClr val="223771"/>
                </a:solidFill>
              </a:rPr>
              <a:t> </a:t>
            </a:r>
            <a:r>
              <a:rPr lang="en-US" sz="3300" b="1" strike="noStrike" spc="-1" dirty="0" err="1">
                <a:solidFill>
                  <a:srgbClr val="223771"/>
                </a:solidFill>
              </a:rPr>
              <a:t>đích</a:t>
            </a:r>
            <a:r>
              <a:rPr lang="en-US" sz="3300" b="1" strike="noStrike" spc="-1" dirty="0">
                <a:solidFill>
                  <a:srgbClr val="223771"/>
                </a:solidFill>
              </a:rPr>
              <a:t> </a:t>
            </a:r>
            <a:r>
              <a:rPr lang="en-US" sz="3300" b="1" strike="noStrike" spc="-1" dirty="0" err="1">
                <a:solidFill>
                  <a:srgbClr val="223771"/>
                </a:solidFill>
              </a:rPr>
              <a:t>của</a:t>
            </a:r>
            <a:r>
              <a:rPr lang="en-US" sz="3300" b="1" strike="noStrike" spc="-1" dirty="0">
                <a:solidFill>
                  <a:srgbClr val="223771"/>
                </a:solidFill>
              </a:rPr>
              <a:t> </a:t>
            </a:r>
            <a:r>
              <a:rPr lang="en-US" sz="3300" b="1" strike="noStrike" spc="-1" dirty="0" err="1">
                <a:solidFill>
                  <a:srgbClr val="223771"/>
                </a:solidFill>
              </a:rPr>
              <a:t>đồ</a:t>
            </a:r>
            <a:r>
              <a:rPr lang="en-US" sz="3300" b="1" strike="noStrike" spc="-1" dirty="0">
                <a:solidFill>
                  <a:srgbClr val="223771"/>
                </a:solidFill>
              </a:rPr>
              <a:t> </a:t>
            </a:r>
            <a:r>
              <a:rPr lang="en-US" sz="3300" b="1" strike="noStrike" spc="-1" dirty="0" err="1">
                <a:solidFill>
                  <a:srgbClr val="223771"/>
                </a:solidFill>
              </a:rPr>
              <a:t>án</a:t>
            </a:r>
            <a:endParaRPr lang="en-VN" dirty="0"/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198F707A-DF72-6B35-ABC1-7DAE927D9F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0050" indent="-400050" fontAlgn="base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v"/>
            </a:pP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lvl="1" fontAlgn="base">
              <a:lnSpc>
                <a:spcPct val="150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/>
              <a:t>E.g.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1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web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công</a:t>
            </a:r>
            <a:endParaRPr lang="en-US" dirty="0"/>
          </a:p>
          <a:p>
            <a:pPr marL="400050" indent="-400050" fontAlgn="base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  <a:p>
            <a:pPr lvl="1" fontAlgn="base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  <a:p>
            <a:pPr lvl="1" fontAlgn="base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endParaRPr lang="en-US" dirty="0"/>
          </a:p>
          <a:p>
            <a:pPr lvl="1" fontAlgn="base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Etc.</a:t>
            </a: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/>
          </a:p>
        </p:txBody>
      </p:sp>
    </p:spTree>
    <p:extLst>
      <p:ext uri="{BB962C8B-B14F-4D97-AF65-F5344CB8AC3E}">
        <p14:creationId xmlns:p14="http://schemas.microsoft.com/office/powerpoint/2010/main" val="406441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054FB-7976-DDE3-D4C8-B52DFCAD3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81F2-81EA-FF67-07AE-CBA79494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78" y="3202605"/>
            <a:ext cx="11019853" cy="1250125"/>
          </a:xfrm>
        </p:spPr>
        <p:txBody>
          <a:bodyPr/>
          <a:lstStyle/>
          <a:p>
            <a:r>
              <a:rPr lang="vi-VN" sz="4000" dirty="0">
                <a:latin typeface="Arial" panose="020B0604020202020204" pitchFamily="34" charset="0"/>
                <a:cs typeface="Arial" panose="020B0604020202020204" pitchFamily="34" charset="0"/>
              </a:rPr>
              <a:t>Tóm tắt kiến thức cơ bản/liên quan/literature review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529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DF1E8-F022-F036-259D-16F68878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5B57A-670F-9C16-B073-A599BC67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B36D2-9A87-C4F2-740D-A2683E3C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8616-ED5A-32B1-EBD2-2C296529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788775-4190-33C9-AEF7-CB6E39E9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300" b="1" strike="noStrike" spc="-1" dirty="0">
                <a:solidFill>
                  <a:srgbClr val="223771"/>
                </a:solidFill>
              </a:rPr>
              <a:t>Kiến thức cơ bản liên quan</a:t>
            </a:r>
            <a:endParaRPr lang="en-VN" dirty="0"/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3B22DCFA-972A-2EB8-B98F-E05730B3FF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z="2800" b="0" strike="noStrike" spc="-1" dirty="0" err="1">
                <a:solidFill>
                  <a:srgbClr val="000000"/>
                </a:solidFill>
              </a:rPr>
              <a:t>Kiến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thức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về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UML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b="0" strike="noStrike" spc="-1" dirty="0">
                <a:solidFill>
                  <a:srgbClr val="000000"/>
                </a:solidFill>
              </a:rPr>
              <a:t>…</a:t>
            </a:r>
          </a:p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z="2800" b="0" strike="noStrike" spc="-1" dirty="0" err="1"/>
              <a:t>Kiến</a:t>
            </a:r>
            <a:r>
              <a:rPr lang="en-US" sz="2800" b="0" strike="noStrike" spc="-1" dirty="0"/>
              <a:t> </a:t>
            </a:r>
            <a:r>
              <a:rPr lang="en-US" sz="2800" b="0" strike="noStrike" spc="-1" dirty="0" err="1"/>
              <a:t>thức</a:t>
            </a:r>
            <a:r>
              <a:rPr lang="en-US" sz="2800" b="0" strike="noStrike" spc="-1" dirty="0"/>
              <a:t> </a:t>
            </a:r>
            <a:r>
              <a:rPr lang="en-US" sz="2800" b="0" strike="noStrike" spc="-1" dirty="0" err="1"/>
              <a:t>về</a:t>
            </a:r>
            <a:r>
              <a:rPr lang="en-US" sz="2800" b="0" strike="noStrike" spc="-1" dirty="0"/>
              <a:t> Junit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b="0" strike="noStrike" spc="-1" dirty="0">
                <a:solidFill>
                  <a:srgbClr val="000000"/>
                </a:solidFill>
              </a:rPr>
              <a:t>…</a:t>
            </a:r>
            <a:endParaRPr lang="en-US" b="0" strike="noStrike" spc="-1" dirty="0"/>
          </a:p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z="2800" b="0" strike="noStrike" spc="-1" dirty="0" err="1"/>
              <a:t>Kiến</a:t>
            </a:r>
            <a:r>
              <a:rPr lang="en-US" sz="2800" b="0" strike="noStrike" spc="-1" dirty="0"/>
              <a:t> </a:t>
            </a:r>
            <a:r>
              <a:rPr lang="en-US" sz="2800" b="0" strike="noStrike" spc="-1" dirty="0" err="1"/>
              <a:t>thức</a:t>
            </a:r>
            <a:r>
              <a:rPr lang="en-US" sz="2800" b="0" strike="noStrike" spc="-1" dirty="0"/>
              <a:t> </a:t>
            </a:r>
            <a:r>
              <a:rPr lang="en-US" sz="2800" b="0" strike="noStrike" spc="-1" dirty="0" err="1"/>
              <a:t>về</a:t>
            </a:r>
            <a:r>
              <a:rPr lang="en-US" sz="2800" b="0" strike="noStrike" spc="-1" dirty="0"/>
              <a:t> docker</a:t>
            </a:r>
          </a:p>
          <a:p>
            <a:pPr marL="685800" lvl="1" indent="-2286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strike="noStrike" spc="-1" dirty="0"/>
              <a:t>…</a:t>
            </a: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/>
          </a:p>
        </p:txBody>
      </p:sp>
    </p:spTree>
    <p:extLst>
      <p:ext uri="{BB962C8B-B14F-4D97-AF65-F5344CB8AC3E}">
        <p14:creationId xmlns:p14="http://schemas.microsoft.com/office/powerpoint/2010/main" val="69648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69CC-694E-D530-ADC4-343A7CAB9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F743-79D1-D9DA-CEF8-CAEF298A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78" y="3202605"/>
            <a:ext cx="11007497" cy="1263378"/>
          </a:xfrm>
        </p:spPr>
        <p:txBody>
          <a:bodyPr/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51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D2031-9687-1EB9-B57C-405B835C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E8CE3-773F-537F-09B1-23912FD6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03675-618E-5541-7F26-E3A76857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5DF7F-8870-2680-3A83-AE822BE5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EED945-7EC1-70F8-B321-A5580840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Hình Use cases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3E741-023B-49CD-FAF2-45E5ED2889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38451"/>
            <a:ext cx="11710504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A2140D51-F6AC-4CE0-F7EE-64314195E3A5}"/>
              </a:ext>
            </a:extLst>
          </p:cNvPr>
          <p:cNvSpPr txBox="1">
            <a:spLocks/>
          </p:cNvSpPr>
          <p:nvPr/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pc="-1" dirty="0">
                <a:solidFill>
                  <a:srgbClr val="000000"/>
                </a:solidFill>
              </a:rPr>
              <a:t>…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pc="-1" dirty="0"/>
              <a:t>…</a:t>
            </a:r>
          </a:p>
          <a:p>
            <a:pPr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pc="-1" dirty="0"/>
          </a:p>
        </p:txBody>
      </p:sp>
    </p:spTree>
    <p:extLst>
      <p:ext uri="{BB962C8B-B14F-4D97-AF65-F5344CB8AC3E}">
        <p14:creationId xmlns:p14="http://schemas.microsoft.com/office/powerpoint/2010/main" val="2684810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E740-9F0D-4393-1CB8-78A4E378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CC08F-60A4-E57D-5BBA-3FF00EB5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F61C1-FCA4-F25A-A28A-06581FD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131F-4EC1-A143-3C07-F1275BF9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6C4100-66D4-D891-0F48-FEE2C95E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Hình Tuần Tự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293CD-C684-4786-6459-60AA704BE4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38451"/>
            <a:ext cx="11710504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E6803588-F94B-4B2E-C4DB-6F35638EA39B}"/>
              </a:ext>
            </a:extLst>
          </p:cNvPr>
          <p:cNvSpPr txBox="1">
            <a:spLocks/>
          </p:cNvSpPr>
          <p:nvPr/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pc="-1" dirty="0">
                <a:solidFill>
                  <a:srgbClr val="000000"/>
                </a:solidFill>
              </a:rPr>
              <a:t>…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pc="-1" dirty="0"/>
              <a:t>…</a:t>
            </a:r>
          </a:p>
          <a:p>
            <a:pPr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pc="-1" dirty="0"/>
          </a:p>
        </p:txBody>
      </p:sp>
    </p:spTree>
    <p:extLst>
      <p:ext uri="{BB962C8B-B14F-4D97-AF65-F5344CB8AC3E}">
        <p14:creationId xmlns:p14="http://schemas.microsoft.com/office/powerpoint/2010/main" val="305727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B3F8-BB71-17AE-7259-8A691457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1A42C-24C2-C49F-B0F5-84A5DDD1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320B5-4A25-644A-F2D8-8E4EEF63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0531D-2C8E-585A-9174-14F194AD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ECF765-ED88-F796-B7FB-FB6070B9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Mô Hình Lớp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83CA7-E99C-3254-6135-FF1AC4F723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38451"/>
            <a:ext cx="11710504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D2B398B1-051F-6064-99D9-492D2A396E94}"/>
              </a:ext>
            </a:extLst>
          </p:cNvPr>
          <p:cNvSpPr txBox="1">
            <a:spLocks/>
          </p:cNvSpPr>
          <p:nvPr/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pc="-1" dirty="0">
                <a:solidFill>
                  <a:srgbClr val="000000"/>
                </a:solidFill>
              </a:rPr>
              <a:t>…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pc="-1" dirty="0"/>
              <a:t>…</a:t>
            </a:r>
          </a:p>
          <a:p>
            <a:pPr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pc="-1" dirty="0"/>
          </a:p>
        </p:txBody>
      </p:sp>
    </p:spTree>
    <p:extLst>
      <p:ext uri="{BB962C8B-B14F-4D97-AF65-F5344CB8AC3E}">
        <p14:creationId xmlns:p14="http://schemas.microsoft.com/office/powerpoint/2010/main" val="394938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1D5D-7B0E-BEDE-A45E-FEB4F1F4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A0AAF-28FA-E06A-F040-AA59315C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111A6-003C-91FB-A271-6DAE33AA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612F0-BB0E-C5A3-8DF3-35470710E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1C36DC-9F49-D9F2-5106-4A104D6A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Kiến trúc hệ thống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A9B8D-A921-7CD8-ABE5-BD9F8EB76A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38451"/>
            <a:ext cx="11710504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F48640BF-8FB0-62DA-59EE-DA8153D494DC}"/>
              </a:ext>
            </a:extLst>
          </p:cNvPr>
          <p:cNvSpPr txBox="1">
            <a:spLocks/>
          </p:cNvSpPr>
          <p:nvPr/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pc="-1" dirty="0">
                <a:solidFill>
                  <a:srgbClr val="000000"/>
                </a:solidFill>
              </a:rPr>
              <a:t>…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pc="-1" dirty="0"/>
              <a:t>…</a:t>
            </a:r>
          </a:p>
          <a:p>
            <a:pPr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pc="-1" dirty="0"/>
          </a:p>
        </p:txBody>
      </p:sp>
    </p:spTree>
    <p:extLst>
      <p:ext uri="{BB962C8B-B14F-4D97-AF65-F5344CB8AC3E}">
        <p14:creationId xmlns:p14="http://schemas.microsoft.com/office/powerpoint/2010/main" val="200075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C6FB-8031-DBC9-4A87-F0FE0369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E664-4F32-A827-76EA-EE2300803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78" y="3202605"/>
            <a:ext cx="11007497" cy="1263378"/>
          </a:xfrm>
        </p:spPr>
        <p:txBody>
          <a:bodyPr/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90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CD40-B46E-C828-ED10-77616902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52A77-4DD3-330B-5F0D-C7E432E4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A28DA-F3B5-BD6E-01BC-DB41AD38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373E4-BDA5-D8B7-F817-314CE7A0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5F1C2-4BC8-7D6C-39F0-C74E22A6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luận</a:t>
            </a:r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83DAD-CEAD-1374-9F2C-2FB566BA7D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218" y="1038451"/>
            <a:ext cx="11710504" cy="4954133"/>
          </a:xfrm>
        </p:spPr>
        <p:txBody>
          <a:bodyPr lIns="91440" tIns="45720" rIns="91440" bIns="45720" anchor="t"/>
          <a:lstStyle/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  <a:p>
            <a:pPr marL="400050" indent="-400050">
              <a:lnSpc>
                <a:spcPct val="100000"/>
              </a:lnSpc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1A827A2A-FE69-9A2F-D2A3-9EB41174D741}"/>
              </a:ext>
            </a:extLst>
          </p:cNvPr>
          <p:cNvSpPr txBox="1">
            <a:spLocks/>
          </p:cNvSpPr>
          <p:nvPr/>
        </p:nvSpPr>
        <p:spPr>
          <a:xfrm>
            <a:off x="309218" y="927652"/>
            <a:ext cx="11551617" cy="51955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9960" indent="-39996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pc="-1" dirty="0">
                <a:solidFill>
                  <a:srgbClr val="000000"/>
                </a:solidFill>
              </a:rPr>
              <a:t>…</a:t>
            </a:r>
          </a:p>
          <a:p>
            <a:pPr lv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spc="-1" dirty="0"/>
              <a:t>…</a:t>
            </a:r>
          </a:p>
          <a:p>
            <a:pPr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pc="-1" dirty="0"/>
          </a:p>
        </p:txBody>
      </p:sp>
    </p:spTree>
    <p:extLst>
      <p:ext uri="{BB962C8B-B14F-4D97-AF65-F5344CB8AC3E}">
        <p14:creationId xmlns:p14="http://schemas.microsoft.com/office/powerpoint/2010/main" val="393914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D7BB-FEB7-B14F-B7BD-5CD92B60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6" y="2824479"/>
            <a:ext cx="10491008" cy="211858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vi-VN" dirty="0"/>
              <a:t>Cám ơn sự lắng nghe của các thầy cô và các bạn</a:t>
            </a:r>
            <a:endParaRPr lang="en-V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C62C1-F310-0045-A9B6-285A289D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29F2-8A35-3B44-9BA0-E01F07FBE6D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12/23/24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47D25-3AC4-3F4D-B55C-E06CB5F9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Phenikaa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School of Computing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33F27-97DE-F643-9B24-6B905448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9729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5075D795ECBE4BB135C11914C4625F" ma:contentTypeVersion="13" ma:contentTypeDescription="Create a new document." ma:contentTypeScope="" ma:versionID="734ee1501c0feb1537f1b3964430373f">
  <xsd:schema xmlns:xsd="http://www.w3.org/2001/XMLSchema" xmlns:xs="http://www.w3.org/2001/XMLSchema" xmlns:p="http://schemas.microsoft.com/office/2006/metadata/properties" xmlns:ns2="3389744b-0e28-4912-952b-dc26646c86bb" xmlns:ns3="46fb151b-95fc-4683-8823-1f6baaed1e26" targetNamespace="http://schemas.microsoft.com/office/2006/metadata/properties" ma:root="true" ma:fieldsID="e9d76c8c8765e964604d22d62d8e1c34" ns2:_="" ns3:_="">
    <xsd:import namespace="3389744b-0e28-4912-952b-dc26646c86bb"/>
    <xsd:import namespace="46fb151b-95fc-4683-8823-1f6baaed1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9744b-0e28-4912-952b-dc26646c86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7facb9e-2b26-4d73-808f-93b90f4d65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b151b-95fc-4683-8823-1f6baaed1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89744b-0e28-4912-952b-dc26646c86b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E42AFF-377A-47D3-84EF-20B0692369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3C092C-B456-426F-A4F4-3770101265B9}"/>
</file>

<file path=customXml/itemProps3.xml><?xml version="1.0" encoding="utf-8"?>
<ds:datastoreItem xmlns:ds="http://schemas.openxmlformats.org/officeDocument/2006/customXml" ds:itemID="{2A9B77A0-8658-45E5-8D19-245595005394}">
  <ds:schemaRefs>
    <ds:schemaRef ds:uri="http://purl.org/dc/elements/1.1/"/>
    <ds:schemaRef ds:uri="http://purl.org/dc/terms/"/>
    <ds:schemaRef ds:uri="http://schemas.microsoft.com/office/2006/documentManagement/types"/>
    <ds:schemaRef ds:uri="03fd1498-ad3a-469c-ac6c-381abfb3a61b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1ebd900-6e4d-46e5-b903-0d211d0852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1505</TotalTime>
  <Words>411</Words>
  <Application>Microsoft Macintosh PowerPoint</Application>
  <PresentationFormat>Widescreen</PresentationFormat>
  <Paragraphs>96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Vicostone Template</vt:lpstr>
      <vt:lpstr>TÊN ĐỀ TÀI ĐATN</vt:lpstr>
      <vt:lpstr>PowerPoint Presentation</vt:lpstr>
      <vt:lpstr>Mở đầu/Phát biểu bài toán</vt:lpstr>
      <vt:lpstr>Mở đầu</vt:lpstr>
      <vt:lpstr>Phát biểu bài toán/mục tiêu đề tài</vt:lpstr>
      <vt:lpstr>Mục đích của đồ án/Phạm vi của đồ án </vt:lpstr>
      <vt:lpstr>Mục đích của đồ án</vt:lpstr>
      <vt:lpstr>Tóm tắt kiến thức cơ bản/liên quan/literature review</vt:lpstr>
      <vt:lpstr>Kiến thức cơ bản liên quan</vt:lpstr>
      <vt:lpstr>Mô tả chi tiết/Phân tích bài toán/đề xuất giải pháp </vt:lpstr>
      <vt:lpstr>Mô Hình Use cases</vt:lpstr>
      <vt:lpstr>Mô Hình Tuần Tự</vt:lpstr>
      <vt:lpstr>Mô Hình Lớp</vt:lpstr>
      <vt:lpstr>Kiến trúc hệ thống</vt:lpstr>
      <vt:lpstr>Kết luận</vt:lpstr>
      <vt:lpstr>Kết luận</vt:lpstr>
      <vt:lpstr>Cám ơn sự lắng nghe của các thầy cô và các bạn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huy pham</dc:creator>
  <cp:lastModifiedBy>Mai Xuan Trang</cp:lastModifiedBy>
  <cp:revision>160</cp:revision>
  <dcterms:created xsi:type="dcterms:W3CDTF">2021-07-07T15:50:18Z</dcterms:created>
  <dcterms:modified xsi:type="dcterms:W3CDTF">2024-12-23T03:13:37Z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0x010100EE5075D795ECBE4BB135C11914C4625F</vt:lpwstr>
  </property>
  <property fmtid="{D5CDD505-2E9C-101B-9397-08002B2CF9AE}" pid="3" name="MediaServiceImageTags">
    <vt:lpwstr/>
  </property>
</Properties>
</file>